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8FC20-B430-4070-BBA5-C71D9692C3D8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7041C-76AC-4CED-8362-C0ACEA7DD51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7475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7041C-76AC-4CED-8362-C0ACEA7DD518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96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DA2E-63B7-02AE-9258-2C11530D1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2120D-6588-61E4-6657-9C2BF7299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0A60-DBED-CD96-B881-FE17BB60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4FC9-5440-DB03-8EBC-D7AA88DB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71352-FE6B-D75A-AAED-DB704664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420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2EE2-9F54-C6EF-FA8B-46F1D00A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6A0D0-70A7-AA21-16FC-47AD45734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5E852-0B7B-21A7-9607-5B954B68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DB38E-B29A-C48E-2190-4C358316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6730-0DBA-1B90-1325-F1DB5040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8748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9D8C-4869-5C6B-7D75-187A7E1F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5C296-F719-034D-AF2A-B12C5200F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FA834-FD39-2B4D-485B-6DB2F82D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1BA27-F772-9061-3D4D-60B9C71E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1A653-243D-90C6-B169-2E6A3E85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6765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7EF1-5DC3-B47E-53D4-B836C05E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3AA6-8FD0-F8A7-5546-7E8D89FFD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8F62C-A9A0-5859-8BBC-E6AB4340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8352-0B09-49EA-AFDB-C18C175E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CBDA-E006-0C0F-428D-7275E356C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E9715-3796-3CBC-EF73-05C28E08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806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83F2-139E-ADB9-6CD9-AD60DA4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AD28A-FD5C-98CD-8274-593E42EC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CE231-D2BE-D3CD-15C0-633B009A4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EB603-0869-074F-2F86-2417E62AE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143568-5120-7215-47C0-214C0AA01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D7AFD-0B63-FD4C-3E71-B713955C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06522-4DA3-AB7A-9254-A8A622C8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A38B2-7AEA-A63A-7B58-E9D0FF9F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7908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EE5D-CC2C-7722-1636-0FF47FC7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D58C-0E9B-5C9B-B078-0E33316C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B6541-CF30-F9FB-6E4F-0CFC799D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10555-9971-EBB6-9B7B-89C31305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8010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EF55E-AEEC-0047-C48B-FD50255D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AB770-3E42-D484-AED9-68DE3E9B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7A1E4-4D0F-063D-CB13-C0155FBF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452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2BF2-04E5-6FD8-B0C1-64474CA4D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C4AEC-3B7F-6826-809D-D2A12CB0B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76E2A-02D3-0629-70CD-45C6EF0CE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8C6F4-C4E8-1DA1-09F7-0EE709DF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8C4EE-4C80-1875-5D30-D58CAB2C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84F19-90D1-F856-68DF-1CDFAF97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5685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6F9A-9904-8AD6-7F3C-4040DD8FB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52285F-8138-0FE1-AC7D-BDF3EBC99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7838B-6128-D522-3FFA-39DF73325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59A15-07A4-A1CF-4CE9-652CE11D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D893-9B7A-826A-2430-7EB5793E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037CC-15E9-96BB-DB36-7B6E9654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1236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95E8-7627-C632-41FE-B49847A5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9D457-57D6-0FB8-3C08-A1AE60F38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0904-54FA-4EAE-5678-6CCCFAEB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6DA42-3C78-6BE1-E4E9-836821C9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FB78-7F67-3CC1-BC1D-F872D7B1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18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847CC-0875-DF1F-576F-9E61EA48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3F7A-A1FD-FE26-136E-980CD1A23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1D6B-B4C8-88AB-0EBC-32AE1117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456A1-8B34-9C5C-53E7-333B2EA8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6AE73-7A61-2E7D-15E8-451B8639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475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EAA37-2EA6-3A44-D026-8FAABB4D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D7B79-603A-67E8-8A2B-B18CB3CD8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1B5D3-158C-428F-6BF0-448B63C54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779E9-EEAD-40DC-8E72-26AA6AA0C57E}" type="datetimeFigureOut">
              <a:rPr lang="en-PK" smtClean="0"/>
              <a:t>30/12/2025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F0C2D-7B1F-D2C2-EA69-3F80F5C47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669DB-2CF5-B3A6-FD10-39C8D3D66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3F789-F0B6-4625-907A-BAB760B4126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879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EBCCF-704D-A871-77B1-54CE316E91BB}"/>
              </a:ext>
            </a:extLst>
          </p:cNvPr>
          <p:cNvGrpSpPr/>
          <p:nvPr/>
        </p:nvGrpSpPr>
        <p:grpSpPr>
          <a:xfrm>
            <a:off x="5694388" y="0"/>
            <a:ext cx="304800" cy="555171"/>
            <a:chOff x="4247188" y="1066800"/>
            <a:chExt cx="304800" cy="55517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AC4E986-E4FB-CB0C-A2B1-338BEC9A133A}"/>
                </a:ext>
              </a:extLst>
            </p:cNvPr>
            <p:cNvSpPr/>
            <p:nvPr/>
          </p:nvSpPr>
          <p:spPr>
            <a:xfrm>
              <a:off x="4247188" y="1066800"/>
              <a:ext cx="304800" cy="304800"/>
            </a:xfrm>
            <a:prstGeom prst="ellipse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4DD3EB0-76BB-51C5-7E0D-0C0EF2D6B4D6}"/>
                </a:ext>
              </a:extLst>
            </p:cNvPr>
            <p:cNvCxnSpPr>
              <a:cxnSpLocks/>
              <a:stCxn id="3" idx="4"/>
            </p:cNvCxnSpPr>
            <p:nvPr/>
          </p:nvCxnSpPr>
          <p:spPr>
            <a:xfrm>
              <a:off x="4399588" y="1371600"/>
              <a:ext cx="0" cy="250371"/>
            </a:xfrm>
            <a:prstGeom prst="straightConnector1">
              <a:avLst/>
            </a:prstGeom>
            <a:ln w="31750">
              <a:solidFill>
                <a:schemeClr val="bg1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10B4FBEF-6513-2E26-F07A-BF906D6F841A}"/>
              </a:ext>
            </a:extLst>
          </p:cNvPr>
          <p:cNvSpPr/>
          <p:nvPr/>
        </p:nvSpPr>
        <p:spPr>
          <a:xfrm>
            <a:off x="4572749" y="555171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logs in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4BE7D7-D881-55FB-6B29-08676D4D7761}"/>
              </a:ext>
            </a:extLst>
          </p:cNvPr>
          <p:cNvCxnSpPr>
            <a:cxnSpLocks/>
          </p:cNvCxnSpPr>
          <p:nvPr/>
        </p:nvCxnSpPr>
        <p:spPr>
          <a:xfrm>
            <a:off x="5847946" y="1012371"/>
            <a:ext cx="0" cy="250371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35CFD991-B7E3-2E9F-8D75-C89E6558AD17}"/>
              </a:ext>
            </a:extLst>
          </p:cNvPr>
          <p:cNvSpPr/>
          <p:nvPr/>
        </p:nvSpPr>
        <p:spPr>
          <a:xfrm>
            <a:off x="4572748" y="1240971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Product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3FE2C2-E43B-8AD0-B85F-8952A193BAB3}"/>
              </a:ext>
            </a:extLst>
          </p:cNvPr>
          <p:cNvCxnSpPr>
            <a:cxnSpLocks/>
          </p:cNvCxnSpPr>
          <p:nvPr/>
        </p:nvCxnSpPr>
        <p:spPr>
          <a:xfrm>
            <a:off x="5846786" y="1698171"/>
            <a:ext cx="0" cy="250371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0C381E-ECBF-309B-477D-1E5F55F037D0}"/>
              </a:ext>
            </a:extLst>
          </p:cNvPr>
          <p:cNvGrpSpPr/>
          <p:nvPr/>
        </p:nvGrpSpPr>
        <p:grpSpPr>
          <a:xfrm>
            <a:off x="5243871" y="1948542"/>
            <a:ext cx="1205829" cy="1175082"/>
            <a:chOff x="7176171" y="2828662"/>
            <a:chExt cx="1205829" cy="1175082"/>
          </a:xfrm>
        </p:grpSpPr>
        <p:sp>
          <p:nvSpPr>
            <p:cNvPr id="15" name="Diamond 14">
              <a:extLst>
                <a:ext uri="{FF2B5EF4-FFF2-40B4-BE49-F238E27FC236}">
                  <a16:creationId xmlns:a16="http://schemas.microsoft.com/office/drawing/2014/main" id="{AB01B15E-3CDD-9C11-5BCC-E2D7B55E42EE}"/>
                </a:ext>
              </a:extLst>
            </p:cNvPr>
            <p:cNvSpPr/>
            <p:nvPr/>
          </p:nvSpPr>
          <p:spPr>
            <a:xfrm>
              <a:off x="7176171" y="2828662"/>
              <a:ext cx="1205829" cy="1175082"/>
            </a:xfrm>
            <a:prstGeom prst="diamond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507AF7-08D0-EDC5-BEDD-6171332E75D0}"/>
                </a:ext>
              </a:extLst>
            </p:cNvPr>
            <p:cNvSpPr txBox="1"/>
            <p:nvPr/>
          </p:nvSpPr>
          <p:spPr>
            <a:xfrm>
              <a:off x="7214270" y="3148845"/>
              <a:ext cx="11296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found?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BD2DCC-8C02-2FAC-8E52-12DA5C587438}"/>
              </a:ext>
            </a:extLst>
          </p:cNvPr>
          <p:cNvCxnSpPr>
            <a:cxnSpLocks/>
          </p:cNvCxnSpPr>
          <p:nvPr/>
        </p:nvCxnSpPr>
        <p:spPr>
          <a:xfrm>
            <a:off x="6449700" y="2530335"/>
            <a:ext cx="549814" cy="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EB014292-BD36-A0A5-30D8-24C85A6DF97F}"/>
              </a:ext>
            </a:extLst>
          </p:cNvPr>
          <p:cNvSpPr/>
          <p:nvPr/>
        </p:nvSpPr>
        <p:spPr>
          <a:xfrm>
            <a:off x="6999514" y="2318935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"No Results"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AD1A4-2CCA-0442-D410-1B68D035FCBD}"/>
              </a:ext>
            </a:extLst>
          </p:cNvPr>
          <p:cNvSpPr txBox="1"/>
          <p:nvPr/>
        </p:nvSpPr>
        <p:spPr>
          <a:xfrm>
            <a:off x="6411599" y="2230624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PK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39116D-2912-01DD-49A4-84BC59B87582}"/>
              </a:ext>
            </a:extLst>
          </p:cNvPr>
          <p:cNvCxnSpPr>
            <a:cxnSpLocks/>
          </p:cNvCxnSpPr>
          <p:nvPr/>
        </p:nvCxnSpPr>
        <p:spPr>
          <a:xfrm>
            <a:off x="5837056" y="3123624"/>
            <a:ext cx="0" cy="250371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381C68-9138-78EC-6745-720A890DCB8B}"/>
              </a:ext>
            </a:extLst>
          </p:cNvPr>
          <p:cNvGrpSpPr/>
          <p:nvPr/>
        </p:nvGrpSpPr>
        <p:grpSpPr>
          <a:xfrm>
            <a:off x="5243871" y="3335045"/>
            <a:ext cx="1205829" cy="1019241"/>
            <a:chOff x="7176171" y="2828662"/>
            <a:chExt cx="1205829" cy="1175082"/>
          </a:xfrm>
        </p:grpSpPr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0AB5B7BC-E4E6-F3B1-6C7A-491A07F7372E}"/>
                </a:ext>
              </a:extLst>
            </p:cNvPr>
            <p:cNvSpPr/>
            <p:nvPr/>
          </p:nvSpPr>
          <p:spPr>
            <a:xfrm>
              <a:off x="7176171" y="2828662"/>
              <a:ext cx="1205829" cy="1175082"/>
            </a:xfrm>
            <a:prstGeom prst="diamond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83A2D5-EF53-B887-3A39-50520B39A55B}"/>
                </a:ext>
              </a:extLst>
            </p:cNvPr>
            <p:cNvSpPr txBox="1"/>
            <p:nvPr/>
          </p:nvSpPr>
          <p:spPr>
            <a:xfrm>
              <a:off x="7214270" y="3148845"/>
              <a:ext cx="1129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Stock?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8E3C6DB-6F07-115E-2DAE-C8B86732E735}"/>
              </a:ext>
            </a:extLst>
          </p:cNvPr>
          <p:cNvSpPr txBox="1"/>
          <p:nvPr/>
        </p:nvSpPr>
        <p:spPr>
          <a:xfrm>
            <a:off x="5880135" y="302398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PK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DBA614-B571-2A7C-CBD8-CF7EB439418C}"/>
              </a:ext>
            </a:extLst>
          </p:cNvPr>
          <p:cNvCxnSpPr>
            <a:cxnSpLocks/>
          </p:cNvCxnSpPr>
          <p:nvPr/>
        </p:nvCxnSpPr>
        <p:spPr>
          <a:xfrm>
            <a:off x="6407780" y="3844665"/>
            <a:ext cx="549814" cy="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27F130D1-31D3-94DF-63EE-12E8A5BB0A4D}"/>
              </a:ext>
            </a:extLst>
          </p:cNvPr>
          <p:cNvSpPr/>
          <p:nvPr/>
        </p:nvSpPr>
        <p:spPr>
          <a:xfrm>
            <a:off x="6957594" y="3624666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"Out of Stock"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C707988-5EFA-815B-363D-CB23FD48E6D6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9505671" y="3853266"/>
            <a:ext cx="12385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0231C13-5755-BB87-AE66-046FA7E8F109}"/>
              </a:ext>
            </a:extLst>
          </p:cNvPr>
          <p:cNvCxnSpPr>
            <a:cxnSpLocks/>
          </p:cNvCxnSpPr>
          <p:nvPr/>
        </p:nvCxnSpPr>
        <p:spPr>
          <a:xfrm>
            <a:off x="10744200" y="1482186"/>
            <a:ext cx="0" cy="23624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2C99B2B-1575-65E2-B9B8-D2023FF6968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7120825" y="1469571"/>
            <a:ext cx="3623375" cy="12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8034A2E-A32E-D590-4597-33FCBBF3975E}"/>
              </a:ext>
            </a:extLst>
          </p:cNvPr>
          <p:cNvSpPr txBox="1"/>
          <p:nvPr/>
        </p:nvSpPr>
        <p:spPr>
          <a:xfrm>
            <a:off x="6411599" y="35103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PK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8DFCA8A-ABFA-F6A1-505B-D5E5E0C76BCA}"/>
              </a:ext>
            </a:extLst>
          </p:cNvPr>
          <p:cNvCxnSpPr>
            <a:cxnSpLocks/>
          </p:cNvCxnSpPr>
          <p:nvPr/>
        </p:nvCxnSpPr>
        <p:spPr>
          <a:xfrm>
            <a:off x="5837056" y="4354286"/>
            <a:ext cx="0" cy="250371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27FCB480-F40E-B28B-1803-476AAB2E7FB1}"/>
              </a:ext>
            </a:extLst>
          </p:cNvPr>
          <p:cNvSpPr/>
          <p:nvPr/>
        </p:nvSpPr>
        <p:spPr>
          <a:xfrm>
            <a:off x="4572748" y="4604657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Add Item to Cart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35971A3-4A4D-3A50-C193-883B4C1F834D}"/>
              </a:ext>
            </a:extLst>
          </p:cNvPr>
          <p:cNvCxnSpPr>
            <a:cxnSpLocks/>
          </p:cNvCxnSpPr>
          <p:nvPr/>
        </p:nvCxnSpPr>
        <p:spPr>
          <a:xfrm>
            <a:off x="5817598" y="5061857"/>
            <a:ext cx="0" cy="250371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F2BBBB-3E8D-CA0F-4883-93BC82E9FAE9}"/>
              </a:ext>
            </a:extLst>
          </p:cNvPr>
          <p:cNvGrpSpPr/>
          <p:nvPr/>
        </p:nvGrpSpPr>
        <p:grpSpPr>
          <a:xfrm>
            <a:off x="5214683" y="5312227"/>
            <a:ext cx="1205829" cy="1019241"/>
            <a:chOff x="7176171" y="2828662"/>
            <a:chExt cx="1205829" cy="1175082"/>
          </a:xfrm>
        </p:grpSpPr>
        <p:sp>
          <p:nvSpPr>
            <p:cNvPr id="46" name="Diamond 45">
              <a:extLst>
                <a:ext uri="{FF2B5EF4-FFF2-40B4-BE49-F238E27FC236}">
                  <a16:creationId xmlns:a16="http://schemas.microsoft.com/office/drawing/2014/main" id="{79C5A027-06E3-C492-C4D7-464FBE0CBFBD}"/>
                </a:ext>
              </a:extLst>
            </p:cNvPr>
            <p:cNvSpPr/>
            <p:nvPr/>
          </p:nvSpPr>
          <p:spPr>
            <a:xfrm>
              <a:off x="7176171" y="2828662"/>
              <a:ext cx="1205829" cy="1175082"/>
            </a:xfrm>
            <a:prstGeom prst="diamond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6B45A15-0C29-0A4F-079F-D559E721F57B}"/>
                </a:ext>
              </a:extLst>
            </p:cNvPr>
            <p:cNvSpPr txBox="1"/>
            <p:nvPr/>
          </p:nvSpPr>
          <p:spPr>
            <a:xfrm>
              <a:off x="7214270" y="3148845"/>
              <a:ext cx="1129629" cy="60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Add More Items?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3F5D02C-6B87-4B9A-7F45-0357AEBAC6F3}"/>
              </a:ext>
            </a:extLst>
          </p:cNvPr>
          <p:cNvCxnSpPr>
            <a:cxnSpLocks/>
          </p:cNvCxnSpPr>
          <p:nvPr/>
        </p:nvCxnSpPr>
        <p:spPr>
          <a:xfrm>
            <a:off x="4005342" y="5819560"/>
            <a:ext cx="12385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FF2F441-D352-81EB-5909-C45F1D598B68}"/>
              </a:ext>
            </a:extLst>
          </p:cNvPr>
          <p:cNvCxnSpPr>
            <a:cxnSpLocks/>
          </p:cNvCxnSpPr>
          <p:nvPr/>
        </p:nvCxnSpPr>
        <p:spPr>
          <a:xfrm>
            <a:off x="4005342" y="1482186"/>
            <a:ext cx="0" cy="4332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A26A7B-C9C0-91A6-D876-4059355B71D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005342" y="1469571"/>
            <a:ext cx="5674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0C14BD2-ACAD-1C40-0F58-9324CC6E56C9}"/>
              </a:ext>
            </a:extLst>
          </p:cNvPr>
          <p:cNvSpPr txBox="1"/>
          <p:nvPr/>
        </p:nvSpPr>
        <p:spPr>
          <a:xfrm>
            <a:off x="5854766" y="428113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PK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A20D0A-F487-75B4-A026-86913DCBA69A}"/>
              </a:ext>
            </a:extLst>
          </p:cNvPr>
          <p:cNvSpPr txBox="1"/>
          <p:nvPr/>
        </p:nvSpPr>
        <p:spPr>
          <a:xfrm>
            <a:off x="4754325" y="545251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PK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05FB01-EF59-56B6-D0D6-2A4BBFEA4E79}"/>
              </a:ext>
            </a:extLst>
          </p:cNvPr>
          <p:cNvCxnSpPr>
            <a:cxnSpLocks/>
            <a:stCxn id="47" idx="3"/>
            <a:endCxn id="59" idx="1"/>
          </p:cNvCxnSpPr>
          <p:nvPr/>
        </p:nvCxnSpPr>
        <p:spPr>
          <a:xfrm flipV="1">
            <a:off x="6382411" y="5845629"/>
            <a:ext cx="934411" cy="5928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">
            <a:extLst>
              <a:ext uri="{FF2B5EF4-FFF2-40B4-BE49-F238E27FC236}">
                <a16:creationId xmlns:a16="http://schemas.microsoft.com/office/drawing/2014/main" id="{DED876CE-8903-4158-4695-2B52C1E39BD7}"/>
              </a:ext>
            </a:extLst>
          </p:cNvPr>
          <p:cNvSpPr/>
          <p:nvPr/>
        </p:nvSpPr>
        <p:spPr>
          <a:xfrm>
            <a:off x="7316822" y="5617029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Process Payment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8D2182F-434F-15D9-C140-D36A278DCC4F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8590860" y="5388429"/>
            <a:ext cx="1" cy="22860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4F5BFBB2-FE49-A9E2-96B5-C200F713E361}"/>
              </a:ext>
            </a:extLst>
          </p:cNvPr>
          <p:cNvSpPr/>
          <p:nvPr/>
        </p:nvSpPr>
        <p:spPr>
          <a:xfrm>
            <a:off x="7316822" y="4931229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Update Stock Level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0DF21DE-6B2D-D1DD-07BE-6DA3C3CBC16F}"/>
              </a:ext>
            </a:extLst>
          </p:cNvPr>
          <p:cNvCxnSpPr>
            <a:cxnSpLocks/>
          </p:cNvCxnSpPr>
          <p:nvPr/>
        </p:nvCxnSpPr>
        <p:spPr>
          <a:xfrm flipH="1" flipV="1">
            <a:off x="8590859" y="4718957"/>
            <a:ext cx="1" cy="22860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5">
            <a:extLst>
              <a:ext uri="{FF2B5EF4-FFF2-40B4-BE49-F238E27FC236}">
                <a16:creationId xmlns:a16="http://schemas.microsoft.com/office/drawing/2014/main" id="{9A890F31-943F-EF7C-AECA-73F0FAB4C883}"/>
              </a:ext>
            </a:extLst>
          </p:cNvPr>
          <p:cNvSpPr/>
          <p:nvPr/>
        </p:nvSpPr>
        <p:spPr>
          <a:xfrm>
            <a:off x="7316820" y="4245429"/>
            <a:ext cx="2548077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Print Receipt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AF1467-2C8C-FDAE-2D49-66EBA393154A}"/>
              </a:ext>
            </a:extLst>
          </p:cNvPr>
          <p:cNvSpPr txBox="1"/>
          <p:nvPr/>
        </p:nvSpPr>
        <p:spPr>
          <a:xfrm>
            <a:off x="6556008" y="54979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PK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FD72449-F6A7-BD91-D436-571CC6D3C4C1}"/>
              </a:ext>
            </a:extLst>
          </p:cNvPr>
          <p:cNvCxnSpPr>
            <a:cxnSpLocks/>
          </p:cNvCxnSpPr>
          <p:nvPr/>
        </p:nvCxnSpPr>
        <p:spPr>
          <a:xfrm>
            <a:off x="9864897" y="4474029"/>
            <a:ext cx="367674" cy="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5">
            <a:extLst>
              <a:ext uri="{FF2B5EF4-FFF2-40B4-BE49-F238E27FC236}">
                <a16:creationId xmlns:a16="http://schemas.microsoft.com/office/drawing/2014/main" id="{BE537BDC-AF65-DCB5-71BB-39E7C9A026E7}"/>
              </a:ext>
            </a:extLst>
          </p:cNvPr>
          <p:cNvSpPr/>
          <p:nvPr/>
        </p:nvSpPr>
        <p:spPr>
          <a:xfrm>
            <a:off x="10232572" y="4281131"/>
            <a:ext cx="1654624" cy="457200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 Sales History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F49402D-1EFB-6795-24F4-E909B9AA31DB}"/>
              </a:ext>
            </a:extLst>
          </p:cNvPr>
          <p:cNvGrpSpPr/>
          <p:nvPr/>
        </p:nvGrpSpPr>
        <p:grpSpPr>
          <a:xfrm>
            <a:off x="10877004" y="5982472"/>
            <a:ext cx="365760" cy="348996"/>
            <a:chOff x="4206240" y="5823204"/>
            <a:chExt cx="365760" cy="348996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8BF6BAB-7A35-2B12-CAC3-07D7FC1663A8}"/>
                </a:ext>
              </a:extLst>
            </p:cNvPr>
            <p:cNvSpPr/>
            <p:nvPr/>
          </p:nvSpPr>
          <p:spPr>
            <a:xfrm>
              <a:off x="4311396" y="5914644"/>
              <a:ext cx="152400" cy="1524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FA1D4A5-B00C-D92A-BBBF-28AF164E71F5}"/>
                </a:ext>
              </a:extLst>
            </p:cNvPr>
            <p:cNvSpPr/>
            <p:nvPr/>
          </p:nvSpPr>
          <p:spPr>
            <a:xfrm>
              <a:off x="4206240" y="5823204"/>
              <a:ext cx="365760" cy="3489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C873D37-3D0D-99B9-4793-F770AB51FE67}"/>
              </a:ext>
            </a:extLst>
          </p:cNvPr>
          <p:cNvCxnSpPr>
            <a:cxnSpLocks/>
            <a:stCxn id="70" idx="2"/>
            <a:endCxn id="73" idx="0"/>
          </p:cNvCxnSpPr>
          <p:nvPr/>
        </p:nvCxnSpPr>
        <p:spPr>
          <a:xfrm>
            <a:off x="11059884" y="4738331"/>
            <a:ext cx="0" cy="1244141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B61F811-7FE8-01B6-E2AE-6A6429D295D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8273553" y="1482186"/>
            <a:ext cx="15000" cy="8367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4AC0224-F242-BA7D-E8C9-0621E4C60A54}"/>
              </a:ext>
            </a:extLst>
          </p:cNvPr>
          <p:cNvSpPr txBox="1"/>
          <p:nvPr/>
        </p:nvSpPr>
        <p:spPr>
          <a:xfrm>
            <a:off x="6075445" y="33438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  <a:endParaRPr lang="en-PK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C91E51E-4363-C4F9-102A-45161C3223EF}"/>
              </a:ext>
            </a:extLst>
          </p:cNvPr>
          <p:cNvSpPr txBox="1"/>
          <p:nvPr/>
        </p:nvSpPr>
        <p:spPr>
          <a:xfrm>
            <a:off x="10771630" y="631775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8060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9" grpId="0" animBg="1"/>
      <p:bldP spid="27" grpId="0" animBg="1"/>
      <p:bldP spid="43" grpId="0" animBg="1"/>
      <p:bldP spid="59" grpId="0" animBg="1"/>
      <p:bldP spid="63" grpId="0" animBg="1"/>
      <p:bldP spid="66" grpId="0" animBg="1"/>
      <p:bldP spid="7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832DF8-C3CF-FB01-0B90-8176EE3CDAB1}"/>
              </a:ext>
            </a:extLst>
          </p:cNvPr>
          <p:cNvSpPr/>
          <p:nvPr/>
        </p:nvSpPr>
        <p:spPr>
          <a:xfrm>
            <a:off x="1110270" y="370114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Customer</a:t>
            </a: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F5147F40-A063-C5F9-2E1F-72DBC7A7D3BC}"/>
              </a:ext>
            </a:extLst>
          </p:cNvPr>
          <p:cNvSpPr/>
          <p:nvPr/>
        </p:nvSpPr>
        <p:spPr>
          <a:xfrm>
            <a:off x="4851669" y="2275794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Departmental Store Management System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F96651-8D4A-DA90-A06E-77814A61D4E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306626" y="1005114"/>
            <a:ext cx="2" cy="12706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4901CB-282B-71A0-4E99-2F7BD80FA524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2616505" y="1005114"/>
            <a:ext cx="3690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F066C7-CB05-44A6-1357-2A31DD094B7C}"/>
              </a:ext>
            </a:extLst>
          </p:cNvPr>
          <p:cNvSpPr txBox="1"/>
          <p:nvPr/>
        </p:nvSpPr>
        <p:spPr>
          <a:xfrm>
            <a:off x="4122740" y="635782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Receipt</a:t>
            </a:r>
            <a:endParaRPr lang="en-PK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79CD44-C673-C463-B4EA-778504036443}"/>
              </a:ext>
            </a:extLst>
          </p:cNvPr>
          <p:cNvSpPr/>
          <p:nvPr/>
        </p:nvSpPr>
        <p:spPr>
          <a:xfrm>
            <a:off x="1110269" y="2394857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Admin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F6DA9D-1804-3963-0E94-9F05CADAE958}"/>
              </a:ext>
            </a:extLst>
          </p:cNvPr>
          <p:cNvCxnSpPr>
            <a:cxnSpLocks/>
            <a:stCxn id="3" idx="1"/>
            <a:endCxn id="15" idx="3"/>
          </p:cNvCxnSpPr>
          <p:nvPr/>
        </p:nvCxnSpPr>
        <p:spPr>
          <a:xfrm flipH="1">
            <a:off x="2616504" y="3029857"/>
            <a:ext cx="22351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6031703-1403-3C84-9B0F-D8580220D3C1}"/>
              </a:ext>
            </a:extLst>
          </p:cNvPr>
          <p:cNvSpPr txBox="1"/>
          <p:nvPr/>
        </p:nvSpPr>
        <p:spPr>
          <a:xfrm>
            <a:off x="3000510" y="2193711"/>
            <a:ext cx="1654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Manage Users/Reports Request</a:t>
            </a:r>
            <a:endParaRPr lang="en-PK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625078-D025-AF97-A549-FBC3F00748B4}"/>
              </a:ext>
            </a:extLst>
          </p:cNvPr>
          <p:cNvSpPr/>
          <p:nvPr/>
        </p:nvSpPr>
        <p:spPr>
          <a:xfrm>
            <a:off x="1110268" y="4615543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Inventory Manager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8B4A07-C50D-18AF-6E25-641BD1532AAB}"/>
              </a:ext>
            </a:extLst>
          </p:cNvPr>
          <p:cNvCxnSpPr>
            <a:cxnSpLocks/>
          </p:cNvCxnSpPr>
          <p:nvPr/>
        </p:nvCxnSpPr>
        <p:spPr>
          <a:xfrm>
            <a:off x="2616503" y="5254171"/>
            <a:ext cx="3690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608DA0-D28D-496A-81A6-E1640F5966DF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6306626" y="3783919"/>
            <a:ext cx="2" cy="1470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60DD8BD-0F7B-E2F1-1928-2FA8B674138A}"/>
              </a:ext>
            </a:extLst>
          </p:cNvPr>
          <p:cNvSpPr txBox="1"/>
          <p:nvPr/>
        </p:nvSpPr>
        <p:spPr>
          <a:xfrm>
            <a:off x="3962400" y="4852572"/>
            <a:ext cx="153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Update</a:t>
            </a:r>
            <a:endParaRPr lang="en-PK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16A8B0-E0A2-352A-D395-168C39B77D38}"/>
              </a:ext>
            </a:extLst>
          </p:cNvPr>
          <p:cNvSpPr/>
          <p:nvPr/>
        </p:nvSpPr>
        <p:spPr>
          <a:xfrm>
            <a:off x="9797069" y="4519045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Cashier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251800-0A30-7EDD-BC5C-77B89960DC92}"/>
              </a:ext>
            </a:extLst>
          </p:cNvPr>
          <p:cNvCxnSpPr>
            <a:cxnSpLocks/>
          </p:cNvCxnSpPr>
          <p:nvPr/>
        </p:nvCxnSpPr>
        <p:spPr>
          <a:xfrm>
            <a:off x="2616502" y="1280885"/>
            <a:ext cx="33270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DF2E61A-9A8B-D39C-4E15-F64A34AE50C7}"/>
              </a:ext>
            </a:extLst>
          </p:cNvPr>
          <p:cNvCxnSpPr>
            <a:cxnSpLocks/>
          </p:cNvCxnSpPr>
          <p:nvPr/>
        </p:nvCxnSpPr>
        <p:spPr>
          <a:xfrm>
            <a:off x="5943600" y="1280885"/>
            <a:ext cx="0" cy="994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9E196BF-C7E8-4592-EB50-76BECE9987B1}"/>
              </a:ext>
            </a:extLst>
          </p:cNvPr>
          <p:cNvSpPr txBox="1"/>
          <p:nvPr/>
        </p:nvSpPr>
        <p:spPr>
          <a:xfrm>
            <a:off x="3708436" y="1396257"/>
            <a:ext cx="176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Order/Purchase</a:t>
            </a:r>
            <a:endParaRPr lang="en-PK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A02F06-A33E-F80E-4B5B-B4EB5D3F76F4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10550187" y="3029856"/>
            <a:ext cx="0" cy="14891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10FBCD-DCCC-0093-5322-3D55C569B11B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761587" y="3029856"/>
            <a:ext cx="278859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34EDE19-2409-7999-6066-08773E9C054D}"/>
              </a:ext>
            </a:extLst>
          </p:cNvPr>
          <p:cNvSpPr txBox="1"/>
          <p:nvPr/>
        </p:nvSpPr>
        <p:spPr>
          <a:xfrm>
            <a:off x="8938449" y="2596949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</a:t>
            </a:r>
            <a:endParaRPr lang="en-PK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87FF80-04C9-53D6-5EDF-03D48D174BC8}"/>
              </a:ext>
            </a:extLst>
          </p:cNvPr>
          <p:cNvCxnSpPr>
            <a:cxnSpLocks/>
          </p:cNvCxnSpPr>
          <p:nvPr/>
        </p:nvCxnSpPr>
        <p:spPr>
          <a:xfrm>
            <a:off x="7761587" y="3213958"/>
            <a:ext cx="2473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4210DB-03F4-FF0E-7321-D70A335A6B66}"/>
              </a:ext>
            </a:extLst>
          </p:cNvPr>
          <p:cNvCxnSpPr>
            <a:cxnSpLocks/>
          </p:cNvCxnSpPr>
          <p:nvPr/>
        </p:nvCxnSpPr>
        <p:spPr>
          <a:xfrm>
            <a:off x="10234863" y="3213958"/>
            <a:ext cx="0" cy="1305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D3BFC35-8611-C0C2-5E64-01BCDCE800C3}"/>
              </a:ext>
            </a:extLst>
          </p:cNvPr>
          <p:cNvSpPr txBox="1"/>
          <p:nvPr/>
        </p:nvSpPr>
        <p:spPr>
          <a:xfrm>
            <a:off x="8170398" y="3244334"/>
            <a:ext cx="187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Receipt Approval</a:t>
            </a:r>
            <a:endParaRPr lang="en-PK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5884B5-6946-E2D1-4315-3116B5568222}"/>
              </a:ext>
            </a:extLst>
          </p:cNvPr>
          <p:cNvSpPr txBox="1"/>
          <p:nvPr/>
        </p:nvSpPr>
        <p:spPr>
          <a:xfrm>
            <a:off x="3010558" y="3251763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Report</a:t>
            </a:r>
            <a:endParaRPr lang="en-PK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87563BE-0326-7E6E-CD13-96B32C28DD44}"/>
              </a:ext>
            </a:extLst>
          </p:cNvPr>
          <p:cNvCxnSpPr>
            <a:cxnSpLocks/>
          </p:cNvCxnSpPr>
          <p:nvPr/>
        </p:nvCxnSpPr>
        <p:spPr>
          <a:xfrm>
            <a:off x="2616502" y="3219495"/>
            <a:ext cx="2204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36AC964-F442-9234-04D6-5D116C985FC9}"/>
              </a:ext>
            </a:extLst>
          </p:cNvPr>
          <p:cNvCxnSpPr>
            <a:cxnSpLocks/>
          </p:cNvCxnSpPr>
          <p:nvPr/>
        </p:nvCxnSpPr>
        <p:spPr>
          <a:xfrm>
            <a:off x="6459026" y="3774450"/>
            <a:ext cx="0" cy="17600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62C5438-CB19-4BA8-FFCD-611B10F9CB53}"/>
              </a:ext>
            </a:extLst>
          </p:cNvPr>
          <p:cNvCxnSpPr>
            <a:cxnSpLocks/>
          </p:cNvCxnSpPr>
          <p:nvPr/>
        </p:nvCxnSpPr>
        <p:spPr>
          <a:xfrm flipH="1" flipV="1">
            <a:off x="2585359" y="5524404"/>
            <a:ext cx="3873667" cy="10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0A206D2-20DA-CE86-1902-4D5267809E80}"/>
              </a:ext>
            </a:extLst>
          </p:cNvPr>
          <p:cNvSpPr txBox="1"/>
          <p:nvPr/>
        </p:nvSpPr>
        <p:spPr>
          <a:xfrm>
            <a:off x="3946386" y="5532890"/>
            <a:ext cx="1500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Confirmation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5561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8977E498-5374-4DF4-17B7-8F8F0A8AF3CF}"/>
              </a:ext>
            </a:extLst>
          </p:cNvPr>
          <p:cNvSpPr/>
          <p:nvPr/>
        </p:nvSpPr>
        <p:spPr>
          <a:xfrm>
            <a:off x="2594701" y="-19999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Customer Orders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649207DE-89EE-C2DA-6BAE-7F598971FEF6}"/>
              </a:ext>
            </a:extLst>
          </p:cNvPr>
          <p:cNvSpPr/>
          <p:nvPr/>
        </p:nvSpPr>
        <p:spPr>
          <a:xfrm>
            <a:off x="4835626" y="1965378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Cart &amp; Billing</a:t>
            </a: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F4884EAB-477D-202D-3E4E-6138C9624CCB}"/>
              </a:ext>
            </a:extLst>
          </p:cNvPr>
          <p:cNvSpPr/>
          <p:nvPr/>
        </p:nvSpPr>
        <p:spPr>
          <a:xfrm>
            <a:off x="4845609" y="3806317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Process Payment</a:t>
            </a:r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04F40E9F-E73E-6ABA-0A1A-D3ABCB0AEB3E}"/>
              </a:ext>
            </a:extLst>
          </p:cNvPr>
          <p:cNvSpPr/>
          <p:nvPr/>
        </p:nvSpPr>
        <p:spPr>
          <a:xfrm>
            <a:off x="4877626" y="5453254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Inventory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55DD525C-E3BE-3B1F-DE81-97754CCD581F}"/>
              </a:ext>
            </a:extLst>
          </p:cNvPr>
          <p:cNvSpPr/>
          <p:nvPr/>
        </p:nvSpPr>
        <p:spPr>
          <a:xfrm>
            <a:off x="8855002" y="1805883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Reports &amp;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65CD4-122A-E718-E07B-D37065AACCA9}"/>
              </a:ext>
            </a:extLst>
          </p:cNvPr>
          <p:cNvSpPr/>
          <p:nvPr/>
        </p:nvSpPr>
        <p:spPr>
          <a:xfrm>
            <a:off x="68009" y="0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Customer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97842C-2F08-1416-1306-049E59A1334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574244" y="635000"/>
            <a:ext cx="986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32E4D6-AB3D-490A-6B38-70E6A0F07D1D}"/>
              </a:ext>
            </a:extLst>
          </p:cNvPr>
          <p:cNvSpPr txBox="1"/>
          <p:nvPr/>
        </p:nvSpPr>
        <p:spPr>
          <a:xfrm>
            <a:off x="1720449" y="49650"/>
            <a:ext cx="1205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 order</a:t>
            </a:r>
            <a:endParaRPr lang="en-PK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825C9E-C119-8C79-C0F5-F1006569D0E4}"/>
              </a:ext>
            </a:extLst>
          </p:cNvPr>
          <p:cNvGrpSpPr/>
          <p:nvPr/>
        </p:nvGrpSpPr>
        <p:grpSpPr>
          <a:xfrm>
            <a:off x="6221687" y="16591"/>
            <a:ext cx="2771887" cy="1165702"/>
            <a:chOff x="6207154" y="1276616"/>
            <a:chExt cx="2616694" cy="7269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948BCE-5C3A-5D3F-0746-D0EF6CF0DAE5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D1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9F6537D-C2DF-6825-120A-D69B2B65E676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D1AD5B6-6BD0-56DE-881C-63751A3671B7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95718E-F5D8-A980-3DC2-3F018177E439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Order Database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8A1B78-1FC4-62C1-ECF5-1103D5D4EEFC}"/>
              </a:ext>
            </a:extLst>
          </p:cNvPr>
          <p:cNvCxnSpPr>
            <a:cxnSpLocks/>
          </p:cNvCxnSpPr>
          <p:nvPr/>
        </p:nvCxnSpPr>
        <p:spPr>
          <a:xfrm>
            <a:off x="5504619" y="380586"/>
            <a:ext cx="717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E28509-7E81-EF4E-CDED-704551CD565D}"/>
              </a:ext>
            </a:extLst>
          </p:cNvPr>
          <p:cNvSpPr txBox="1"/>
          <p:nvPr/>
        </p:nvSpPr>
        <p:spPr>
          <a:xfrm>
            <a:off x="5480573" y="329584"/>
            <a:ext cx="852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Save Order</a:t>
            </a:r>
            <a:endParaRPr lang="en-PK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AB4F07-ADF7-407C-4250-4D97E4451BF8}"/>
              </a:ext>
            </a:extLst>
          </p:cNvPr>
          <p:cNvCxnSpPr>
            <a:cxnSpLocks/>
          </p:cNvCxnSpPr>
          <p:nvPr/>
        </p:nvCxnSpPr>
        <p:spPr>
          <a:xfrm flipH="1">
            <a:off x="5480573" y="1087510"/>
            <a:ext cx="741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D5D899-512E-6728-F8DA-E21750519DC3}"/>
              </a:ext>
            </a:extLst>
          </p:cNvPr>
          <p:cNvSpPr txBox="1"/>
          <p:nvPr/>
        </p:nvSpPr>
        <p:spPr>
          <a:xfrm>
            <a:off x="5468437" y="1001752"/>
            <a:ext cx="109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Details</a:t>
            </a:r>
            <a:endParaRPr lang="en-PK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9F14A4-D83B-055A-E8EB-8746E9F5B80E}"/>
              </a:ext>
            </a:extLst>
          </p:cNvPr>
          <p:cNvCxnSpPr>
            <a:cxnSpLocks/>
          </p:cNvCxnSpPr>
          <p:nvPr/>
        </p:nvCxnSpPr>
        <p:spPr>
          <a:xfrm flipH="1">
            <a:off x="1543293" y="874631"/>
            <a:ext cx="1017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171FC55-0A8F-D128-ED82-12C07CAD9B43}"/>
              </a:ext>
            </a:extLst>
          </p:cNvPr>
          <p:cNvSpPr txBox="1"/>
          <p:nvPr/>
        </p:nvSpPr>
        <p:spPr>
          <a:xfrm>
            <a:off x="1596819" y="793051"/>
            <a:ext cx="104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Confirm</a:t>
            </a:r>
            <a:endParaRPr lang="en-PK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CE0801-9CF0-64E0-1B1B-1681E8AD84B5}"/>
              </a:ext>
            </a:extLst>
          </p:cNvPr>
          <p:cNvCxnSpPr>
            <a:cxnSpLocks/>
          </p:cNvCxnSpPr>
          <p:nvPr/>
        </p:nvCxnSpPr>
        <p:spPr>
          <a:xfrm>
            <a:off x="427080" y="2339646"/>
            <a:ext cx="4408546" cy="36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1B7D65D-88E9-5B6C-D8CE-AB9B3B2D3133}"/>
              </a:ext>
            </a:extLst>
          </p:cNvPr>
          <p:cNvSpPr txBox="1"/>
          <p:nvPr/>
        </p:nvSpPr>
        <p:spPr>
          <a:xfrm>
            <a:off x="1200127" y="2359131"/>
            <a:ext cx="272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Add/Remove/Update cart</a:t>
            </a:r>
            <a:endParaRPr lang="en-PK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53A2E89-0B32-785E-3C5E-EC77629B0ECC}"/>
              </a:ext>
            </a:extLst>
          </p:cNvPr>
          <p:cNvCxnSpPr>
            <a:cxnSpLocks/>
          </p:cNvCxnSpPr>
          <p:nvPr/>
        </p:nvCxnSpPr>
        <p:spPr>
          <a:xfrm flipV="1">
            <a:off x="7220831" y="1191359"/>
            <a:ext cx="0" cy="774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2CA0597-64B9-EFB3-19F3-86B5146B2C7A}"/>
              </a:ext>
            </a:extLst>
          </p:cNvPr>
          <p:cNvSpPr txBox="1"/>
          <p:nvPr/>
        </p:nvSpPr>
        <p:spPr>
          <a:xfrm>
            <a:off x="5108246" y="1605431"/>
            <a:ext cx="222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Cart Details</a:t>
            </a:r>
            <a:endParaRPr lang="en-PK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43CBE98-368C-65CD-E841-B5ADFE3BDC96}"/>
              </a:ext>
            </a:extLst>
          </p:cNvPr>
          <p:cNvCxnSpPr>
            <a:cxnSpLocks/>
          </p:cNvCxnSpPr>
          <p:nvPr/>
        </p:nvCxnSpPr>
        <p:spPr>
          <a:xfrm flipH="1">
            <a:off x="7555462" y="1206847"/>
            <a:ext cx="370" cy="740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932629F-40FF-F9D6-CDC3-E858347F3490}"/>
              </a:ext>
            </a:extLst>
          </p:cNvPr>
          <p:cNvSpPr txBox="1"/>
          <p:nvPr/>
        </p:nvSpPr>
        <p:spPr>
          <a:xfrm>
            <a:off x="7568280" y="1358302"/>
            <a:ext cx="1841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Fetch Cart Items</a:t>
            </a:r>
            <a:endParaRPr lang="en-PK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3877E6-E183-7A75-D94E-F072BE4A5DA9}"/>
              </a:ext>
            </a:extLst>
          </p:cNvPr>
          <p:cNvSpPr txBox="1"/>
          <p:nvPr/>
        </p:nvSpPr>
        <p:spPr>
          <a:xfrm>
            <a:off x="1262669" y="1846580"/>
            <a:ext cx="1484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amount</a:t>
            </a:r>
            <a:endParaRPr lang="en-PK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4E9FB1-EE7C-63FE-E63C-320D283FE6EE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821127" y="1270000"/>
            <a:ext cx="9984" cy="892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77BE6E5-E8F2-DAC3-15FC-8455596D658D}"/>
              </a:ext>
            </a:extLst>
          </p:cNvPr>
          <p:cNvSpPr/>
          <p:nvPr/>
        </p:nvSpPr>
        <p:spPr>
          <a:xfrm>
            <a:off x="1110269" y="3806317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Cashier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AF2F452-D0DE-968A-F280-0A38A500A1DF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616504" y="4560380"/>
            <a:ext cx="2229105" cy="13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36BBF72-4BB3-3237-F358-16EFFC15FD97}"/>
              </a:ext>
            </a:extLst>
          </p:cNvPr>
          <p:cNvSpPr txBox="1"/>
          <p:nvPr/>
        </p:nvSpPr>
        <p:spPr>
          <a:xfrm>
            <a:off x="3005644" y="4204743"/>
            <a:ext cx="1483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 Info</a:t>
            </a:r>
            <a:endParaRPr lang="en-PK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9E34A77-99D8-9764-1B3A-53F6EE1CA4C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290585" y="3473503"/>
            <a:ext cx="9983" cy="332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42AEAD9-E7D0-12A1-2BA5-F83CAFC5D0C3}"/>
              </a:ext>
            </a:extLst>
          </p:cNvPr>
          <p:cNvSpPr txBox="1"/>
          <p:nvPr/>
        </p:nvSpPr>
        <p:spPr>
          <a:xfrm>
            <a:off x="6289454" y="3491602"/>
            <a:ext cx="18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Bill Amount</a:t>
            </a:r>
            <a:endParaRPr lang="en-PK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07CF38-6F53-D6F9-1395-02560CF018AC}"/>
              </a:ext>
            </a:extLst>
          </p:cNvPr>
          <p:cNvGrpSpPr/>
          <p:nvPr/>
        </p:nvGrpSpPr>
        <p:grpSpPr>
          <a:xfrm>
            <a:off x="8845056" y="4024128"/>
            <a:ext cx="2771887" cy="1165702"/>
            <a:chOff x="6207154" y="1276616"/>
            <a:chExt cx="2616694" cy="72690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E936FEF-FAFC-59BD-0564-371126197276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D2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6B2971F-3A27-015D-C990-F3700DEA17D6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0E5F9B-9A1A-A2DE-39D9-02E9981BC795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4C49B2E-D757-E591-BE05-0782BA485152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Sales Database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3332078-2BBC-67A2-C130-29BE4D5EB07B}"/>
              </a:ext>
            </a:extLst>
          </p:cNvPr>
          <p:cNvCxnSpPr>
            <a:cxnSpLocks/>
            <a:stCxn id="5" idx="3"/>
            <a:endCxn id="70" idx="1"/>
          </p:cNvCxnSpPr>
          <p:nvPr/>
        </p:nvCxnSpPr>
        <p:spPr>
          <a:xfrm>
            <a:off x="7755527" y="4560380"/>
            <a:ext cx="1089529" cy="46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D35FB47-C872-124B-CB26-CB97F509AB80}"/>
              </a:ext>
            </a:extLst>
          </p:cNvPr>
          <p:cNvSpPr txBox="1"/>
          <p:nvPr/>
        </p:nvSpPr>
        <p:spPr>
          <a:xfrm>
            <a:off x="7818228" y="3699117"/>
            <a:ext cx="1169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Payment Record</a:t>
            </a:r>
            <a:endParaRPr lang="en-PK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455C914-6B1D-CF12-DA82-5582B39D66F9}"/>
              </a:ext>
            </a:extLst>
          </p:cNvPr>
          <p:cNvGrpSpPr/>
          <p:nvPr/>
        </p:nvGrpSpPr>
        <p:grpSpPr>
          <a:xfrm>
            <a:off x="8845056" y="5487691"/>
            <a:ext cx="2771887" cy="1165702"/>
            <a:chOff x="6207154" y="1276616"/>
            <a:chExt cx="2616694" cy="72690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B6B7B52-48EC-7906-D98B-002F16309178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D3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A598604-773B-FF83-62D6-DE2535B625AB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90011B1-C375-5F5D-25FD-C7F27F4C3322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9F33224-EA7A-748F-BE04-6C72D6C795CD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Inventory Database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B9F71F4-102C-9C39-39B7-4578F73F3A46}"/>
              </a:ext>
            </a:extLst>
          </p:cNvPr>
          <p:cNvSpPr txBox="1"/>
          <p:nvPr/>
        </p:nvSpPr>
        <p:spPr>
          <a:xfrm>
            <a:off x="8162132" y="5163243"/>
            <a:ext cx="1558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 Stock</a:t>
            </a:r>
            <a:endParaRPr lang="en-PK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97D204C-22BA-06C7-F36F-457E460BAA12}"/>
              </a:ext>
            </a:extLst>
          </p:cNvPr>
          <p:cNvCxnSpPr>
            <a:cxnSpLocks/>
          </p:cNvCxnSpPr>
          <p:nvPr/>
        </p:nvCxnSpPr>
        <p:spPr>
          <a:xfrm>
            <a:off x="7745275" y="4898404"/>
            <a:ext cx="468788" cy="64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E46D1ED-96FC-47F2-1FB1-1C2FAC2BFA2C}"/>
              </a:ext>
            </a:extLst>
          </p:cNvPr>
          <p:cNvCxnSpPr>
            <a:cxnSpLocks/>
          </p:cNvCxnSpPr>
          <p:nvPr/>
        </p:nvCxnSpPr>
        <p:spPr>
          <a:xfrm>
            <a:off x="8214063" y="4904839"/>
            <a:ext cx="0" cy="9078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9A2F929-D100-BFCA-25BC-2B37B08C4187}"/>
              </a:ext>
            </a:extLst>
          </p:cNvPr>
          <p:cNvCxnSpPr>
            <a:cxnSpLocks/>
          </p:cNvCxnSpPr>
          <p:nvPr/>
        </p:nvCxnSpPr>
        <p:spPr>
          <a:xfrm>
            <a:off x="8214063" y="5812702"/>
            <a:ext cx="630993" cy="6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147BAC7-BC05-B52E-35B3-4C2C70F0B984}"/>
              </a:ext>
            </a:extLst>
          </p:cNvPr>
          <p:cNvCxnSpPr>
            <a:cxnSpLocks/>
          </p:cNvCxnSpPr>
          <p:nvPr/>
        </p:nvCxnSpPr>
        <p:spPr>
          <a:xfrm flipH="1">
            <a:off x="2581554" y="4227566"/>
            <a:ext cx="2264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4EBDC2F0-10D7-EFD1-D99E-BF6DDABAC8A3}"/>
              </a:ext>
            </a:extLst>
          </p:cNvPr>
          <p:cNvSpPr txBox="1"/>
          <p:nvPr/>
        </p:nvSpPr>
        <p:spPr>
          <a:xfrm>
            <a:off x="2560724" y="3902019"/>
            <a:ext cx="254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 Confirmation</a:t>
            </a:r>
            <a:endParaRPr lang="en-PK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BFB494C-78AC-9B55-C01B-441787FE3C46}"/>
              </a:ext>
            </a:extLst>
          </p:cNvPr>
          <p:cNvSpPr/>
          <p:nvPr/>
        </p:nvSpPr>
        <p:spPr>
          <a:xfrm>
            <a:off x="1129105" y="5238490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Inventory Manager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6FC648F-8919-6AF4-D1CD-19BCA73AB600}"/>
              </a:ext>
            </a:extLst>
          </p:cNvPr>
          <p:cNvCxnSpPr>
            <a:cxnSpLocks/>
            <a:stCxn id="112" idx="3"/>
          </p:cNvCxnSpPr>
          <p:nvPr/>
        </p:nvCxnSpPr>
        <p:spPr>
          <a:xfrm>
            <a:off x="2635340" y="5873490"/>
            <a:ext cx="2260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EEA048D8-81E3-703C-A835-2EA7DA58BD94}"/>
              </a:ext>
            </a:extLst>
          </p:cNvPr>
          <p:cNvSpPr txBox="1"/>
          <p:nvPr/>
        </p:nvSpPr>
        <p:spPr>
          <a:xfrm>
            <a:off x="2948564" y="5565941"/>
            <a:ext cx="153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Stock</a:t>
            </a:r>
            <a:endParaRPr lang="en-PK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C960F1F-786E-2E5C-5626-A05842BF7200}"/>
              </a:ext>
            </a:extLst>
          </p:cNvPr>
          <p:cNvCxnSpPr>
            <a:cxnSpLocks/>
          </p:cNvCxnSpPr>
          <p:nvPr/>
        </p:nvCxnSpPr>
        <p:spPr>
          <a:xfrm flipV="1">
            <a:off x="2160387" y="7154412"/>
            <a:ext cx="1570669" cy="18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8DF16C0-D026-4A3E-AF82-BA74EEA1E97B}"/>
              </a:ext>
            </a:extLst>
          </p:cNvPr>
          <p:cNvCxnSpPr>
            <a:cxnSpLocks/>
          </p:cNvCxnSpPr>
          <p:nvPr/>
        </p:nvCxnSpPr>
        <p:spPr>
          <a:xfrm>
            <a:off x="2160387" y="6500243"/>
            <a:ext cx="0" cy="6848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4029589-7B71-A9AA-DE71-B12103D07441}"/>
              </a:ext>
            </a:extLst>
          </p:cNvPr>
          <p:cNvCxnSpPr>
            <a:cxnSpLocks/>
          </p:cNvCxnSpPr>
          <p:nvPr/>
        </p:nvCxnSpPr>
        <p:spPr>
          <a:xfrm>
            <a:off x="3692852" y="7154412"/>
            <a:ext cx="5901380" cy="184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CA3C8107-3249-24C9-732A-53041DF6BBA8}"/>
              </a:ext>
            </a:extLst>
          </p:cNvPr>
          <p:cNvCxnSpPr>
            <a:cxnSpLocks/>
          </p:cNvCxnSpPr>
          <p:nvPr/>
        </p:nvCxnSpPr>
        <p:spPr>
          <a:xfrm flipV="1">
            <a:off x="9594232" y="6706831"/>
            <a:ext cx="0" cy="466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7DB7C8BC-92CF-2E7D-A53E-9B93E608F261}"/>
              </a:ext>
            </a:extLst>
          </p:cNvPr>
          <p:cNvCxnSpPr>
            <a:cxnSpLocks/>
          </p:cNvCxnSpPr>
          <p:nvPr/>
        </p:nvCxnSpPr>
        <p:spPr>
          <a:xfrm>
            <a:off x="831111" y="2162766"/>
            <a:ext cx="4013367" cy="211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B1F34601-7F8A-83D0-01C1-3CCECBE89939}"/>
              </a:ext>
            </a:extLst>
          </p:cNvPr>
          <p:cNvCxnSpPr>
            <a:cxnSpLocks/>
          </p:cNvCxnSpPr>
          <p:nvPr/>
        </p:nvCxnSpPr>
        <p:spPr>
          <a:xfrm>
            <a:off x="417095" y="1235082"/>
            <a:ext cx="0" cy="1084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08E0B691-B3DE-1BF8-ACD1-BD9ABDF822D4}"/>
              </a:ext>
            </a:extLst>
          </p:cNvPr>
          <p:cNvSpPr txBox="1"/>
          <p:nvPr/>
        </p:nvSpPr>
        <p:spPr>
          <a:xfrm>
            <a:off x="5514961" y="7172906"/>
            <a:ext cx="205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Stock Update</a:t>
            </a:r>
            <a:endParaRPr lang="en-PK" dirty="0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AFF790B-77AF-14C8-9515-DF8CB5F8E479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787544" y="6207317"/>
            <a:ext cx="10575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E43680A1-EDBF-936C-966C-358EC5EFE39C}"/>
              </a:ext>
            </a:extLst>
          </p:cNvPr>
          <p:cNvSpPr txBox="1"/>
          <p:nvPr/>
        </p:nvSpPr>
        <p:spPr>
          <a:xfrm>
            <a:off x="7914955" y="6177078"/>
            <a:ext cx="1007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 Details</a:t>
            </a:r>
            <a:endParaRPr lang="en-PK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66124B77-0160-BCED-1586-E6EE5100CD33}"/>
              </a:ext>
            </a:extLst>
          </p:cNvPr>
          <p:cNvCxnSpPr>
            <a:cxnSpLocks/>
          </p:cNvCxnSpPr>
          <p:nvPr/>
        </p:nvCxnSpPr>
        <p:spPr>
          <a:xfrm flipH="1">
            <a:off x="2610351" y="6070542"/>
            <a:ext cx="2225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A7F3B3A3-9B05-B6A2-8B67-EE9669140879}"/>
              </a:ext>
            </a:extLst>
          </p:cNvPr>
          <p:cNvSpPr txBox="1"/>
          <p:nvPr/>
        </p:nvSpPr>
        <p:spPr>
          <a:xfrm>
            <a:off x="2810014" y="6007062"/>
            <a:ext cx="2153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 Update Confirmation</a:t>
            </a:r>
            <a:endParaRPr lang="en-PK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46F9900-52E5-D60D-ECD5-BBA3018514D2}"/>
              </a:ext>
            </a:extLst>
          </p:cNvPr>
          <p:cNvSpPr/>
          <p:nvPr/>
        </p:nvSpPr>
        <p:spPr>
          <a:xfrm>
            <a:off x="10956758" y="-22773"/>
            <a:ext cx="1235242" cy="1040284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Admin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2830434E-AB80-84F7-6BC9-F6AA260E0373}"/>
              </a:ext>
            </a:extLst>
          </p:cNvPr>
          <p:cNvCxnSpPr>
            <a:cxnSpLocks/>
            <a:stCxn id="193" idx="2"/>
          </p:cNvCxnSpPr>
          <p:nvPr/>
        </p:nvCxnSpPr>
        <p:spPr>
          <a:xfrm flipH="1">
            <a:off x="11574009" y="1017511"/>
            <a:ext cx="370" cy="77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06DD6954-F12C-9689-2BE0-83C819A85FB9}"/>
              </a:ext>
            </a:extLst>
          </p:cNvPr>
          <p:cNvSpPr txBox="1"/>
          <p:nvPr/>
        </p:nvSpPr>
        <p:spPr>
          <a:xfrm>
            <a:off x="10611644" y="1050877"/>
            <a:ext cx="1021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Report Request</a:t>
            </a:r>
            <a:endParaRPr lang="en-PK" dirty="0"/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D10696D-8D2D-A6F8-7CD6-CF77914DD9D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309961" y="3314008"/>
            <a:ext cx="0" cy="681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E818DBD0-E2A8-9080-A5FF-FF709BAC473F}"/>
              </a:ext>
            </a:extLst>
          </p:cNvPr>
          <p:cNvSpPr txBox="1"/>
          <p:nvPr/>
        </p:nvSpPr>
        <p:spPr>
          <a:xfrm>
            <a:off x="10406716" y="3288701"/>
            <a:ext cx="178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Fetch Sales Data</a:t>
            </a:r>
            <a:endParaRPr lang="en-PK" dirty="0"/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B538485A-A525-FA6C-8377-08CF1B1C793E}"/>
              </a:ext>
            </a:extLst>
          </p:cNvPr>
          <p:cNvCxnSpPr>
            <a:cxnSpLocks/>
          </p:cNvCxnSpPr>
          <p:nvPr/>
        </p:nvCxnSpPr>
        <p:spPr>
          <a:xfrm flipV="1">
            <a:off x="9859757" y="3314008"/>
            <a:ext cx="0" cy="681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A4668CA8-6EEF-3062-35C5-BD0CE7368A6B}"/>
              </a:ext>
            </a:extLst>
          </p:cNvPr>
          <p:cNvSpPr txBox="1"/>
          <p:nvPr/>
        </p:nvSpPr>
        <p:spPr>
          <a:xfrm>
            <a:off x="8489141" y="3455876"/>
            <a:ext cx="178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Details</a:t>
            </a:r>
            <a:endParaRPr lang="en-PK" dirty="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BBB679C-49A6-CD57-2828-23B096E7D038}"/>
              </a:ext>
            </a:extLst>
          </p:cNvPr>
          <p:cNvCxnSpPr>
            <a:cxnSpLocks/>
          </p:cNvCxnSpPr>
          <p:nvPr/>
        </p:nvCxnSpPr>
        <p:spPr>
          <a:xfrm>
            <a:off x="9859757" y="734063"/>
            <a:ext cx="0" cy="10269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5553863C-A1D3-4BCA-D8B9-02B3E534843B}"/>
              </a:ext>
            </a:extLst>
          </p:cNvPr>
          <p:cNvCxnSpPr>
            <a:cxnSpLocks/>
          </p:cNvCxnSpPr>
          <p:nvPr/>
        </p:nvCxnSpPr>
        <p:spPr>
          <a:xfrm>
            <a:off x="9859757" y="753017"/>
            <a:ext cx="1097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17FCBDE7-E710-077F-8616-F9D0211C86ED}"/>
              </a:ext>
            </a:extLst>
          </p:cNvPr>
          <p:cNvSpPr txBox="1"/>
          <p:nvPr/>
        </p:nvSpPr>
        <p:spPr>
          <a:xfrm>
            <a:off x="9631851" y="392754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Report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1225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8C70B20-BC93-7BAA-0B56-DD2D85212EA7}"/>
              </a:ext>
            </a:extLst>
          </p:cNvPr>
          <p:cNvSpPr/>
          <p:nvPr/>
        </p:nvSpPr>
        <p:spPr>
          <a:xfrm>
            <a:off x="4641041" y="0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Customer Orders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0A3A06-236C-FAAE-DE4B-1C41AF44FE36}"/>
              </a:ext>
            </a:extLst>
          </p:cNvPr>
          <p:cNvSpPr/>
          <p:nvPr/>
        </p:nvSpPr>
        <p:spPr>
          <a:xfrm>
            <a:off x="0" y="1508125"/>
            <a:ext cx="1507958" cy="1203158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Customer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E11DDEF-2D83-2A7A-71D4-5B18333C62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66733" y="2060615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Search 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0DA90-4496-24F1-F19B-A843BB5AA538}"/>
              </a:ext>
            </a:extLst>
          </p:cNvPr>
          <p:cNvSpPr txBox="1"/>
          <p:nvPr/>
        </p:nvSpPr>
        <p:spPr>
          <a:xfrm>
            <a:off x="2945493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</a:t>
            </a:r>
            <a:endParaRPr lang="en-PK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448331-0FF9-AF3F-6A5F-D6712615F78A}"/>
              </a:ext>
            </a:extLst>
          </p:cNvPr>
          <p:cNvCxnSpPr>
            <a:cxnSpLocks/>
          </p:cNvCxnSpPr>
          <p:nvPr/>
        </p:nvCxnSpPr>
        <p:spPr>
          <a:xfrm>
            <a:off x="2565936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AutoShape 4">
            <a:extLst>
              <a:ext uri="{FF2B5EF4-FFF2-40B4-BE49-F238E27FC236}">
                <a16:creationId xmlns:a16="http://schemas.microsoft.com/office/drawing/2014/main" id="{5E2BE391-C3AB-AD7D-A371-FD41FFDD38A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99868" y="2060616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View 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Product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Details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C9A370-70E6-4DB8-89A4-A230473BAA3E}"/>
              </a:ext>
            </a:extLst>
          </p:cNvPr>
          <p:cNvCxnSpPr>
            <a:cxnSpLocks/>
          </p:cNvCxnSpPr>
          <p:nvPr/>
        </p:nvCxnSpPr>
        <p:spPr>
          <a:xfrm>
            <a:off x="5199071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B52E89-68B0-92AC-4CCF-702CAE956F0A}"/>
              </a:ext>
            </a:extLst>
          </p:cNvPr>
          <p:cNvSpPr txBox="1"/>
          <p:nvPr/>
        </p:nvSpPr>
        <p:spPr>
          <a:xfrm>
            <a:off x="5578628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1.2</a:t>
            </a:r>
            <a:endParaRPr lang="en-PK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58AD3E17-E483-D34C-AFF2-9C1F832C143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42314" y="2060614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Place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Order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4BD2C4-79C3-8998-A99E-B2BA292B8120}"/>
              </a:ext>
            </a:extLst>
          </p:cNvPr>
          <p:cNvCxnSpPr>
            <a:cxnSpLocks/>
          </p:cNvCxnSpPr>
          <p:nvPr/>
        </p:nvCxnSpPr>
        <p:spPr>
          <a:xfrm>
            <a:off x="7741517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81C0049-F6A7-AED9-DCBB-4398DEC17343}"/>
              </a:ext>
            </a:extLst>
          </p:cNvPr>
          <p:cNvSpPr txBox="1"/>
          <p:nvPr/>
        </p:nvSpPr>
        <p:spPr>
          <a:xfrm>
            <a:off x="8121074" y="202844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1.3</a:t>
            </a:r>
            <a:endParaRPr lang="en-PK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6EEA3C-2B77-75B7-A739-077D968780BB}"/>
              </a:ext>
            </a:extLst>
          </p:cNvPr>
          <p:cNvGrpSpPr/>
          <p:nvPr/>
        </p:nvGrpSpPr>
        <p:grpSpPr>
          <a:xfrm>
            <a:off x="0" y="4335305"/>
            <a:ext cx="2390273" cy="1014570"/>
            <a:chOff x="6207154" y="1276616"/>
            <a:chExt cx="2745692" cy="8187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B629DE-A835-72EE-C6A2-3F0D006E8EA0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D4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BF2E73-B21F-A318-2A07-C50264BE0308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04AB30F-14CB-9E20-0922-9F8B29335213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7BE0E6-010B-ABB4-EFEB-CF04002A9F52}"/>
                </a:ext>
              </a:extLst>
            </p:cNvPr>
            <p:cNvSpPr txBox="1"/>
            <p:nvPr/>
          </p:nvSpPr>
          <p:spPr>
            <a:xfrm>
              <a:off x="6914385" y="1325411"/>
              <a:ext cx="2038461" cy="76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Product</a:t>
              </a:r>
              <a:b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</a:br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998D6D-A500-57AC-877B-A85FC9FA2313}"/>
              </a:ext>
            </a:extLst>
          </p:cNvPr>
          <p:cNvGrpSpPr/>
          <p:nvPr/>
        </p:nvGrpSpPr>
        <p:grpSpPr>
          <a:xfrm>
            <a:off x="9791768" y="3746723"/>
            <a:ext cx="2390273" cy="1014570"/>
            <a:chOff x="6207154" y="1276616"/>
            <a:chExt cx="2745692" cy="81877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F617A0E-CBFD-EF6E-C0F6-ADBB15602E3A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A61D656-F2E3-3F12-30BA-130A60E18657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300D21F-F270-FA32-A95B-113375011C70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B62683-A935-FE67-5705-584C4A710F71}"/>
                </a:ext>
              </a:extLst>
            </p:cNvPr>
            <p:cNvSpPr txBox="1"/>
            <p:nvPr/>
          </p:nvSpPr>
          <p:spPr>
            <a:xfrm>
              <a:off x="6914385" y="1325411"/>
              <a:ext cx="2038461" cy="76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Order</a:t>
              </a:r>
              <a:b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</a:br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463AC1E-1F70-EFC0-851D-B6AEA423412C}"/>
              </a:ext>
            </a:extLst>
          </p:cNvPr>
          <p:cNvCxnSpPr>
            <a:cxnSpLocks/>
          </p:cNvCxnSpPr>
          <p:nvPr/>
        </p:nvCxnSpPr>
        <p:spPr>
          <a:xfrm>
            <a:off x="10912124" y="3023234"/>
            <a:ext cx="0" cy="7234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39B96-14E3-8AD6-6525-6863B9665D24}"/>
              </a:ext>
            </a:extLst>
          </p:cNvPr>
          <p:cNvSpPr txBox="1"/>
          <p:nvPr/>
        </p:nvSpPr>
        <p:spPr>
          <a:xfrm>
            <a:off x="8997883" y="2734137"/>
            <a:ext cx="211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Confirmation</a:t>
            </a:r>
            <a:endParaRPr lang="en-PK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62C5E3-B295-E16E-FDAD-03E9191ACFCB}"/>
              </a:ext>
            </a:extLst>
          </p:cNvPr>
          <p:cNvCxnSpPr>
            <a:cxnSpLocks/>
          </p:cNvCxnSpPr>
          <p:nvPr/>
        </p:nvCxnSpPr>
        <p:spPr>
          <a:xfrm flipH="1">
            <a:off x="8999084" y="3026268"/>
            <a:ext cx="19015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51C9E7-A66C-AFFB-D236-2E485CDE39CC}"/>
              </a:ext>
            </a:extLst>
          </p:cNvPr>
          <p:cNvCxnSpPr>
            <a:cxnSpLocks/>
          </p:cNvCxnSpPr>
          <p:nvPr/>
        </p:nvCxnSpPr>
        <p:spPr>
          <a:xfrm>
            <a:off x="5994591" y="1490375"/>
            <a:ext cx="0" cy="225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F225A2-2C66-7BEF-7BE5-5CF15AB33CFD}"/>
              </a:ext>
            </a:extLst>
          </p:cNvPr>
          <p:cNvCxnSpPr>
            <a:cxnSpLocks/>
          </p:cNvCxnSpPr>
          <p:nvPr/>
        </p:nvCxnSpPr>
        <p:spPr>
          <a:xfrm>
            <a:off x="5994568" y="1705394"/>
            <a:ext cx="13276" cy="356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557BDDE-57B0-1B6C-98FB-0CD870F2789E}"/>
              </a:ext>
            </a:extLst>
          </p:cNvPr>
          <p:cNvCxnSpPr>
            <a:cxnSpLocks/>
          </p:cNvCxnSpPr>
          <p:nvPr/>
        </p:nvCxnSpPr>
        <p:spPr>
          <a:xfrm>
            <a:off x="3361061" y="1708339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50956C-D5A8-1076-529B-3511C693A34F}"/>
              </a:ext>
            </a:extLst>
          </p:cNvPr>
          <p:cNvCxnSpPr>
            <a:cxnSpLocks/>
          </p:cNvCxnSpPr>
          <p:nvPr/>
        </p:nvCxnSpPr>
        <p:spPr>
          <a:xfrm>
            <a:off x="3370857" y="1706362"/>
            <a:ext cx="0" cy="32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09D4E7-EDD5-10F6-623D-F72B3037683D}"/>
              </a:ext>
            </a:extLst>
          </p:cNvPr>
          <p:cNvCxnSpPr>
            <a:cxnSpLocks/>
          </p:cNvCxnSpPr>
          <p:nvPr/>
        </p:nvCxnSpPr>
        <p:spPr>
          <a:xfrm>
            <a:off x="5994591" y="1719604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9C525E9-CE42-9B62-9964-6B83324179E2}"/>
              </a:ext>
            </a:extLst>
          </p:cNvPr>
          <p:cNvCxnSpPr>
            <a:cxnSpLocks/>
          </p:cNvCxnSpPr>
          <p:nvPr/>
        </p:nvCxnSpPr>
        <p:spPr>
          <a:xfrm flipH="1">
            <a:off x="8618326" y="1736482"/>
            <a:ext cx="9795" cy="29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73EEA21-40C8-9995-4C5B-AF99EA0FA94A}"/>
              </a:ext>
            </a:extLst>
          </p:cNvPr>
          <p:cNvCxnSpPr>
            <a:cxnSpLocks/>
          </p:cNvCxnSpPr>
          <p:nvPr/>
        </p:nvCxnSpPr>
        <p:spPr>
          <a:xfrm>
            <a:off x="11254738" y="2603719"/>
            <a:ext cx="0" cy="1089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679BD1-DB43-F681-B881-28D323F78C59}"/>
              </a:ext>
            </a:extLst>
          </p:cNvPr>
          <p:cNvCxnSpPr>
            <a:cxnSpLocks/>
          </p:cNvCxnSpPr>
          <p:nvPr/>
        </p:nvCxnSpPr>
        <p:spPr>
          <a:xfrm>
            <a:off x="8997883" y="2603719"/>
            <a:ext cx="22407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7382A41-2D9B-DBFD-DFAE-1D4FAF2EA78C}"/>
              </a:ext>
            </a:extLst>
          </p:cNvPr>
          <p:cNvSpPr txBox="1"/>
          <p:nvPr/>
        </p:nvSpPr>
        <p:spPr>
          <a:xfrm>
            <a:off x="9669482" y="2299597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Order</a:t>
            </a:r>
            <a:endParaRPr lang="en-PK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74D777-265F-2DF4-CFC4-DBFC90C2A9E9}"/>
              </a:ext>
            </a:extLst>
          </p:cNvPr>
          <p:cNvSpPr txBox="1"/>
          <p:nvPr/>
        </p:nvSpPr>
        <p:spPr>
          <a:xfrm>
            <a:off x="2474333" y="4576627"/>
            <a:ext cx="172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Details</a:t>
            </a:r>
            <a:endParaRPr lang="en-PK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3BC428-8172-B7D9-0043-C4F300E4E808}"/>
              </a:ext>
            </a:extLst>
          </p:cNvPr>
          <p:cNvCxnSpPr>
            <a:cxnSpLocks/>
          </p:cNvCxnSpPr>
          <p:nvPr/>
        </p:nvCxnSpPr>
        <p:spPr>
          <a:xfrm>
            <a:off x="2320530" y="4854641"/>
            <a:ext cx="21643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9FE6CD2-0D38-CE34-3E94-5137D64F5BCC}"/>
              </a:ext>
            </a:extLst>
          </p:cNvPr>
          <p:cNvCxnSpPr>
            <a:cxnSpLocks/>
          </p:cNvCxnSpPr>
          <p:nvPr/>
        </p:nvCxnSpPr>
        <p:spPr>
          <a:xfrm flipV="1">
            <a:off x="4484914" y="3023234"/>
            <a:ext cx="0" cy="18493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12450B0-F5AB-7EA6-64BA-3322C9FF6C0B}"/>
              </a:ext>
            </a:extLst>
          </p:cNvPr>
          <p:cNvCxnSpPr>
            <a:cxnSpLocks/>
          </p:cNvCxnSpPr>
          <p:nvPr/>
        </p:nvCxnSpPr>
        <p:spPr>
          <a:xfrm>
            <a:off x="4484914" y="3023234"/>
            <a:ext cx="7141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998999-1E8A-2A18-ADF7-0D5181EB831B}"/>
              </a:ext>
            </a:extLst>
          </p:cNvPr>
          <p:cNvCxnSpPr>
            <a:cxnSpLocks/>
          </p:cNvCxnSpPr>
          <p:nvPr/>
        </p:nvCxnSpPr>
        <p:spPr>
          <a:xfrm>
            <a:off x="1835531" y="3044000"/>
            <a:ext cx="0" cy="1282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85C396-C36B-D02E-FE5F-9E0D67B72C04}"/>
              </a:ext>
            </a:extLst>
          </p:cNvPr>
          <p:cNvSpPr txBox="1"/>
          <p:nvPr/>
        </p:nvSpPr>
        <p:spPr>
          <a:xfrm>
            <a:off x="1789251" y="2974520"/>
            <a:ext cx="1546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Fetch Product List</a:t>
            </a:r>
            <a:endParaRPr lang="en-PK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3FE3C6-6430-F5B9-2C4C-108D136E2852}"/>
              </a:ext>
            </a:extLst>
          </p:cNvPr>
          <p:cNvCxnSpPr>
            <a:cxnSpLocks/>
          </p:cNvCxnSpPr>
          <p:nvPr/>
        </p:nvCxnSpPr>
        <p:spPr>
          <a:xfrm flipH="1">
            <a:off x="1824752" y="3044000"/>
            <a:ext cx="7411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6F5446C-D6B7-AAA0-1814-E5FF6EC29490}"/>
              </a:ext>
            </a:extLst>
          </p:cNvPr>
          <p:cNvCxnSpPr>
            <a:cxnSpLocks/>
          </p:cNvCxnSpPr>
          <p:nvPr/>
        </p:nvCxnSpPr>
        <p:spPr>
          <a:xfrm>
            <a:off x="1507958" y="2928257"/>
            <a:ext cx="0" cy="1397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1D47893-3A75-263C-83E4-6ED08C349BF0}"/>
              </a:ext>
            </a:extLst>
          </p:cNvPr>
          <p:cNvCxnSpPr>
            <a:cxnSpLocks/>
          </p:cNvCxnSpPr>
          <p:nvPr/>
        </p:nvCxnSpPr>
        <p:spPr>
          <a:xfrm>
            <a:off x="1507958" y="2928257"/>
            <a:ext cx="1057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768E6E8-7292-27D5-4F4C-C949A2947489}"/>
              </a:ext>
            </a:extLst>
          </p:cNvPr>
          <p:cNvSpPr txBox="1"/>
          <p:nvPr/>
        </p:nvSpPr>
        <p:spPr>
          <a:xfrm>
            <a:off x="111010" y="4026435"/>
            <a:ext cx="151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Data</a:t>
            </a:r>
            <a:endParaRPr lang="en-PK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A5EF3C4-86B7-76F2-D90A-646603BB2BEF}"/>
              </a:ext>
            </a:extLst>
          </p:cNvPr>
          <p:cNvCxnSpPr>
            <a:cxnSpLocks/>
          </p:cNvCxnSpPr>
          <p:nvPr/>
        </p:nvCxnSpPr>
        <p:spPr>
          <a:xfrm>
            <a:off x="8121074" y="1861457"/>
            <a:ext cx="0" cy="166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36C1ACD-5E3E-44F0-7A9D-9C33376BAE34}"/>
              </a:ext>
            </a:extLst>
          </p:cNvPr>
          <p:cNvSpPr txBox="1"/>
          <p:nvPr/>
        </p:nvSpPr>
        <p:spPr>
          <a:xfrm>
            <a:off x="1547138" y="2220347"/>
            <a:ext cx="1089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Request</a:t>
            </a:r>
            <a:endParaRPr lang="en-PK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4EBDAF-B650-2A8E-0144-BDA238FD5679}"/>
              </a:ext>
            </a:extLst>
          </p:cNvPr>
          <p:cNvCxnSpPr>
            <a:cxnSpLocks/>
          </p:cNvCxnSpPr>
          <p:nvPr/>
        </p:nvCxnSpPr>
        <p:spPr>
          <a:xfrm>
            <a:off x="1539724" y="2299597"/>
            <a:ext cx="10262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5CA5EE5-0DF3-A8B6-906A-9CB43CB43D9C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1507958" y="2109704"/>
            <a:ext cx="10908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D4B7CDE-C7CA-B5B9-083D-09C2C94C5E88}"/>
              </a:ext>
            </a:extLst>
          </p:cNvPr>
          <p:cNvSpPr txBox="1"/>
          <p:nvPr/>
        </p:nvSpPr>
        <p:spPr>
          <a:xfrm>
            <a:off x="1433419" y="1762905"/>
            <a:ext cx="16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Search Results</a:t>
            </a:r>
            <a:endParaRPr lang="en-PK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792FEED-11A6-F399-F5C4-F88AE6EB2519}"/>
              </a:ext>
            </a:extLst>
          </p:cNvPr>
          <p:cNvCxnSpPr>
            <a:cxnSpLocks/>
          </p:cNvCxnSpPr>
          <p:nvPr/>
        </p:nvCxnSpPr>
        <p:spPr>
          <a:xfrm flipH="1" flipV="1">
            <a:off x="1479636" y="1797391"/>
            <a:ext cx="6641438" cy="64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FA37EA7-A4BD-C71F-2208-0EED99E56D96}"/>
              </a:ext>
            </a:extLst>
          </p:cNvPr>
          <p:cNvSpPr txBox="1"/>
          <p:nvPr/>
        </p:nvSpPr>
        <p:spPr>
          <a:xfrm>
            <a:off x="9014876" y="1441406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Placed Message</a:t>
            </a:r>
            <a:endParaRPr lang="en-PK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EB77D86-9DE1-D216-6674-77B83B71034B}"/>
              </a:ext>
            </a:extLst>
          </p:cNvPr>
          <p:cNvCxnSpPr>
            <a:cxnSpLocks/>
          </p:cNvCxnSpPr>
          <p:nvPr/>
        </p:nvCxnSpPr>
        <p:spPr>
          <a:xfrm flipV="1">
            <a:off x="1012371" y="2667824"/>
            <a:ext cx="0" cy="9558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DC4E7DD-18AA-F20C-0980-A88CF45F1CA7}"/>
              </a:ext>
            </a:extLst>
          </p:cNvPr>
          <p:cNvCxnSpPr>
            <a:cxnSpLocks/>
          </p:cNvCxnSpPr>
          <p:nvPr/>
        </p:nvCxnSpPr>
        <p:spPr>
          <a:xfrm flipH="1">
            <a:off x="1012371" y="3623665"/>
            <a:ext cx="710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0669745-5FBB-EDC4-3C3A-5FBA02496F14}"/>
              </a:ext>
            </a:extLst>
          </p:cNvPr>
          <p:cNvCxnSpPr>
            <a:cxnSpLocks/>
          </p:cNvCxnSpPr>
          <p:nvPr/>
        </p:nvCxnSpPr>
        <p:spPr>
          <a:xfrm flipV="1">
            <a:off x="8121074" y="3316183"/>
            <a:ext cx="0" cy="307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6CE42F0-EF72-9839-6BB3-180BFD85B913}"/>
              </a:ext>
            </a:extLst>
          </p:cNvPr>
          <p:cNvSpPr txBox="1"/>
          <p:nvPr/>
        </p:nvSpPr>
        <p:spPr>
          <a:xfrm>
            <a:off x="5066196" y="3344146"/>
            <a:ext cx="162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Request</a:t>
            </a:r>
            <a:endParaRPr lang="en-PK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A0B1E84-469E-4F97-C5F6-E1FC51DCBE66}"/>
              </a:ext>
            </a:extLst>
          </p:cNvPr>
          <p:cNvCxnSpPr>
            <a:cxnSpLocks/>
          </p:cNvCxnSpPr>
          <p:nvPr/>
        </p:nvCxnSpPr>
        <p:spPr>
          <a:xfrm flipV="1">
            <a:off x="615683" y="2688796"/>
            <a:ext cx="0" cy="1057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5B6DA55-78B3-5E85-D0FC-87FA99F24A03}"/>
              </a:ext>
            </a:extLst>
          </p:cNvPr>
          <p:cNvCxnSpPr>
            <a:cxnSpLocks/>
          </p:cNvCxnSpPr>
          <p:nvPr/>
        </p:nvCxnSpPr>
        <p:spPr>
          <a:xfrm flipH="1">
            <a:off x="632814" y="3746723"/>
            <a:ext cx="35418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86B96E4-DDDF-0B1E-0022-53EFA7AE7971}"/>
              </a:ext>
            </a:extLst>
          </p:cNvPr>
          <p:cNvCxnSpPr>
            <a:cxnSpLocks/>
          </p:cNvCxnSpPr>
          <p:nvPr/>
        </p:nvCxnSpPr>
        <p:spPr>
          <a:xfrm flipV="1">
            <a:off x="4174635" y="2688796"/>
            <a:ext cx="0" cy="10534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EF0C90C-B18D-CB92-E564-06AAE63CBB4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4196407" y="2688799"/>
            <a:ext cx="10026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992B75A-0552-BC4E-16BB-140DB834CD60}"/>
              </a:ext>
            </a:extLst>
          </p:cNvPr>
          <p:cNvSpPr txBox="1"/>
          <p:nvPr/>
        </p:nvSpPr>
        <p:spPr>
          <a:xfrm>
            <a:off x="-133670" y="3684127"/>
            <a:ext cx="164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Product</a:t>
            </a:r>
            <a:endParaRPr lang="en-PK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A0E7727-DAD8-36B6-79B0-956B5F982C85}"/>
              </a:ext>
            </a:extLst>
          </p:cNvPr>
          <p:cNvCxnSpPr>
            <a:cxnSpLocks/>
          </p:cNvCxnSpPr>
          <p:nvPr/>
        </p:nvCxnSpPr>
        <p:spPr>
          <a:xfrm>
            <a:off x="3973286" y="2132237"/>
            <a:ext cx="12257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611A565-94ED-59A7-3D02-F28637C714AD}"/>
              </a:ext>
            </a:extLst>
          </p:cNvPr>
          <p:cNvCxnSpPr>
            <a:cxnSpLocks/>
          </p:cNvCxnSpPr>
          <p:nvPr/>
        </p:nvCxnSpPr>
        <p:spPr>
          <a:xfrm flipH="1">
            <a:off x="988449" y="754062"/>
            <a:ext cx="29848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DA5183D-09A5-9C32-D877-A886430B5643}"/>
              </a:ext>
            </a:extLst>
          </p:cNvPr>
          <p:cNvCxnSpPr>
            <a:cxnSpLocks/>
          </p:cNvCxnSpPr>
          <p:nvPr/>
        </p:nvCxnSpPr>
        <p:spPr>
          <a:xfrm flipV="1">
            <a:off x="3973286" y="754062"/>
            <a:ext cx="0" cy="1355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BE5882C-7267-A213-CD54-686397A46025}"/>
              </a:ext>
            </a:extLst>
          </p:cNvPr>
          <p:cNvCxnSpPr>
            <a:cxnSpLocks/>
          </p:cNvCxnSpPr>
          <p:nvPr/>
        </p:nvCxnSpPr>
        <p:spPr>
          <a:xfrm>
            <a:off x="1012371" y="754062"/>
            <a:ext cx="0" cy="736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AE61510-912D-A92C-F178-2F8793DA6DFC}"/>
              </a:ext>
            </a:extLst>
          </p:cNvPr>
          <p:cNvSpPr txBox="1"/>
          <p:nvPr/>
        </p:nvSpPr>
        <p:spPr>
          <a:xfrm>
            <a:off x="1348318" y="707053"/>
            <a:ext cx="1677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Details Display</a:t>
            </a:r>
            <a:endParaRPr lang="en-PK" dirty="0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3CF5834-36C9-70D3-2A9D-B17E1C8E8A1F}"/>
              </a:ext>
            </a:extLst>
          </p:cNvPr>
          <p:cNvCxnSpPr>
            <a:cxnSpLocks/>
          </p:cNvCxnSpPr>
          <p:nvPr/>
        </p:nvCxnSpPr>
        <p:spPr>
          <a:xfrm>
            <a:off x="7741517" y="1613425"/>
            <a:ext cx="1320833" cy="2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54AA7F6-824E-92F9-5190-185E23419902}"/>
              </a:ext>
            </a:extLst>
          </p:cNvPr>
          <p:cNvCxnSpPr>
            <a:cxnSpLocks/>
          </p:cNvCxnSpPr>
          <p:nvPr/>
        </p:nvCxnSpPr>
        <p:spPr>
          <a:xfrm>
            <a:off x="7741517" y="1621966"/>
            <a:ext cx="0" cy="207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59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31EB121-C530-17E3-9553-C3FE80299874}"/>
              </a:ext>
            </a:extLst>
          </p:cNvPr>
          <p:cNvSpPr/>
          <p:nvPr/>
        </p:nvSpPr>
        <p:spPr>
          <a:xfrm>
            <a:off x="4641041" y="0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Cart &amp; Billing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9940249-DCC9-58A2-94C7-7BA92477CDE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66733" y="2060615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Add to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Cart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2AADEE-C9A5-F4D8-40E9-25A974AD9C27}"/>
              </a:ext>
            </a:extLst>
          </p:cNvPr>
          <p:cNvCxnSpPr>
            <a:cxnSpLocks/>
          </p:cNvCxnSpPr>
          <p:nvPr/>
        </p:nvCxnSpPr>
        <p:spPr>
          <a:xfrm>
            <a:off x="2565936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7AA3DB0-4CD5-9BC1-9B8F-3CEC8D920DF5}"/>
              </a:ext>
            </a:extLst>
          </p:cNvPr>
          <p:cNvSpPr txBox="1"/>
          <p:nvPr/>
        </p:nvSpPr>
        <p:spPr>
          <a:xfrm>
            <a:off x="2945493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  <a:endParaRPr lang="en-PK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C2B004BD-43D9-4A60-5D26-89A8325AD09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99868" y="2060616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Update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Cart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FFAB4F-8285-35AB-A138-B08898614F39}"/>
              </a:ext>
            </a:extLst>
          </p:cNvPr>
          <p:cNvCxnSpPr>
            <a:cxnSpLocks/>
          </p:cNvCxnSpPr>
          <p:nvPr/>
        </p:nvCxnSpPr>
        <p:spPr>
          <a:xfrm>
            <a:off x="5199071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F8AFC69-47BE-6096-D4AC-8D593B970B17}"/>
              </a:ext>
            </a:extLst>
          </p:cNvPr>
          <p:cNvSpPr txBox="1"/>
          <p:nvPr/>
        </p:nvSpPr>
        <p:spPr>
          <a:xfrm>
            <a:off x="5578628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2.2</a:t>
            </a:r>
            <a:endParaRPr lang="en-PK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985DAA0B-0F4E-CBFA-CBEF-8BC3D187333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42314" y="2060614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Generate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Bill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D0CC55-3A11-6F3E-3D69-329550F5758F}"/>
              </a:ext>
            </a:extLst>
          </p:cNvPr>
          <p:cNvCxnSpPr>
            <a:cxnSpLocks/>
          </p:cNvCxnSpPr>
          <p:nvPr/>
        </p:nvCxnSpPr>
        <p:spPr>
          <a:xfrm>
            <a:off x="7741517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614BB5-A352-4C54-D146-B20510B2F852}"/>
              </a:ext>
            </a:extLst>
          </p:cNvPr>
          <p:cNvSpPr txBox="1"/>
          <p:nvPr/>
        </p:nvSpPr>
        <p:spPr>
          <a:xfrm>
            <a:off x="8121074" y="202844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2.3</a:t>
            </a:r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143F50-6CC5-882E-6D76-7F4C33BA8EA8}"/>
              </a:ext>
            </a:extLst>
          </p:cNvPr>
          <p:cNvCxnSpPr>
            <a:cxnSpLocks/>
          </p:cNvCxnSpPr>
          <p:nvPr/>
        </p:nvCxnSpPr>
        <p:spPr>
          <a:xfrm>
            <a:off x="5994591" y="1490375"/>
            <a:ext cx="0" cy="225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8ED624-49B5-7CC4-14D7-4C7FDFC35748}"/>
              </a:ext>
            </a:extLst>
          </p:cNvPr>
          <p:cNvCxnSpPr>
            <a:cxnSpLocks/>
          </p:cNvCxnSpPr>
          <p:nvPr/>
        </p:nvCxnSpPr>
        <p:spPr>
          <a:xfrm>
            <a:off x="5994568" y="1705394"/>
            <a:ext cx="13276" cy="356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07E2E-B4CD-B887-63BC-AAA75F35CD09}"/>
              </a:ext>
            </a:extLst>
          </p:cNvPr>
          <p:cNvCxnSpPr>
            <a:cxnSpLocks/>
          </p:cNvCxnSpPr>
          <p:nvPr/>
        </p:nvCxnSpPr>
        <p:spPr>
          <a:xfrm>
            <a:off x="5994591" y="1719604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D8D3F3-7E61-22F4-CA91-E0568DE502B3}"/>
              </a:ext>
            </a:extLst>
          </p:cNvPr>
          <p:cNvCxnSpPr>
            <a:cxnSpLocks/>
          </p:cNvCxnSpPr>
          <p:nvPr/>
        </p:nvCxnSpPr>
        <p:spPr>
          <a:xfrm flipH="1">
            <a:off x="8618326" y="1736482"/>
            <a:ext cx="9795" cy="29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8DA15D-5D7C-27D8-9707-9647F8E5B1AB}"/>
              </a:ext>
            </a:extLst>
          </p:cNvPr>
          <p:cNvCxnSpPr>
            <a:cxnSpLocks/>
          </p:cNvCxnSpPr>
          <p:nvPr/>
        </p:nvCxnSpPr>
        <p:spPr>
          <a:xfrm>
            <a:off x="3370857" y="1706362"/>
            <a:ext cx="0" cy="32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4674FB-06B2-A2E0-D149-16AC44C48C23}"/>
              </a:ext>
            </a:extLst>
          </p:cNvPr>
          <p:cNvCxnSpPr>
            <a:cxnSpLocks/>
          </p:cNvCxnSpPr>
          <p:nvPr/>
        </p:nvCxnSpPr>
        <p:spPr>
          <a:xfrm>
            <a:off x="3361061" y="1708339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9E300EC-40CC-ACD8-26E9-0AED13A2C453}"/>
              </a:ext>
            </a:extLst>
          </p:cNvPr>
          <p:cNvSpPr/>
          <p:nvPr/>
        </p:nvSpPr>
        <p:spPr>
          <a:xfrm>
            <a:off x="0" y="5654842"/>
            <a:ext cx="1507958" cy="1203158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Customer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56B14C-44CC-4B3F-94FA-C7FF6424F666}"/>
              </a:ext>
            </a:extLst>
          </p:cNvPr>
          <p:cNvCxnSpPr>
            <a:cxnSpLocks/>
          </p:cNvCxnSpPr>
          <p:nvPr/>
        </p:nvCxnSpPr>
        <p:spPr>
          <a:xfrm flipV="1">
            <a:off x="1050758" y="2688796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3270D7-461C-4A6F-2533-80719B02B79C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050758" y="2688796"/>
            <a:ext cx="151517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B3D76C2-1C1C-9054-5628-CCB8F45C32F6}"/>
              </a:ext>
            </a:extLst>
          </p:cNvPr>
          <p:cNvSpPr txBox="1"/>
          <p:nvPr/>
        </p:nvSpPr>
        <p:spPr>
          <a:xfrm rot="16200000">
            <a:off x="212426" y="3771895"/>
            <a:ext cx="1953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Item Request</a:t>
            </a:r>
            <a:endParaRPr lang="en-PK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DB59F8-C34D-7AFC-1175-BDCB55CDD6E2}"/>
              </a:ext>
            </a:extLst>
          </p:cNvPr>
          <p:cNvGrpSpPr/>
          <p:nvPr/>
        </p:nvGrpSpPr>
        <p:grpSpPr>
          <a:xfrm>
            <a:off x="-5970" y="-25058"/>
            <a:ext cx="2390273" cy="1014570"/>
            <a:chOff x="6207154" y="1276616"/>
            <a:chExt cx="2745692" cy="8187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6498346-D501-8E1A-C99C-57714A04CF3D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D4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CFB073-F462-400A-9493-F14F2F51F784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BCA689E-7A13-6ABC-934A-FF93859B5329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CA8A6A2-65C2-745B-66F2-A5076026FF84}"/>
                </a:ext>
              </a:extLst>
            </p:cNvPr>
            <p:cNvSpPr txBox="1"/>
            <p:nvPr/>
          </p:nvSpPr>
          <p:spPr>
            <a:xfrm>
              <a:off x="6914385" y="1325411"/>
              <a:ext cx="2038461" cy="76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Product</a:t>
              </a:r>
              <a:b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</a:br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C1DADC-0962-76F6-8E92-09B3F8A4325D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2384303" y="512459"/>
            <a:ext cx="482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00F8D1-73EC-146C-D346-AA08F6F6678A}"/>
              </a:ext>
            </a:extLst>
          </p:cNvPr>
          <p:cNvCxnSpPr>
            <a:cxnSpLocks/>
          </p:cNvCxnSpPr>
          <p:nvPr/>
        </p:nvCxnSpPr>
        <p:spPr>
          <a:xfrm flipV="1">
            <a:off x="2866451" y="512458"/>
            <a:ext cx="0" cy="1515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BAAAA61-D27C-E110-0AFD-ACBEB40347E5}"/>
              </a:ext>
            </a:extLst>
          </p:cNvPr>
          <p:cNvSpPr txBox="1"/>
          <p:nvPr/>
        </p:nvSpPr>
        <p:spPr>
          <a:xfrm rot="16200000">
            <a:off x="2093827" y="1140923"/>
            <a:ext cx="137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Price</a:t>
            </a:r>
            <a:endParaRPr lang="en-PK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CCC4CDC-A12B-69EE-97EB-194D1FFC78E7}"/>
              </a:ext>
            </a:extLst>
          </p:cNvPr>
          <p:cNvCxnSpPr>
            <a:cxnSpLocks/>
          </p:cNvCxnSpPr>
          <p:nvPr/>
        </p:nvCxnSpPr>
        <p:spPr>
          <a:xfrm flipH="1">
            <a:off x="2384303" y="256674"/>
            <a:ext cx="7003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0AC160-8F58-2B32-0F45-F0938875B134}"/>
              </a:ext>
            </a:extLst>
          </p:cNvPr>
          <p:cNvCxnSpPr>
            <a:cxnSpLocks/>
          </p:cNvCxnSpPr>
          <p:nvPr/>
        </p:nvCxnSpPr>
        <p:spPr>
          <a:xfrm>
            <a:off x="3064712" y="255685"/>
            <a:ext cx="16529" cy="1754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325B85-A718-E018-D91D-F41F12F9DA43}"/>
              </a:ext>
            </a:extLst>
          </p:cNvPr>
          <p:cNvSpPr txBox="1"/>
          <p:nvPr/>
        </p:nvSpPr>
        <p:spPr>
          <a:xfrm>
            <a:off x="2225949" y="-64973"/>
            <a:ext cx="1174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Info</a:t>
            </a:r>
            <a:endParaRPr lang="en-PK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B6F17D2-0FFA-DF40-4719-F6BEB2F12F84}"/>
              </a:ext>
            </a:extLst>
          </p:cNvPr>
          <p:cNvGrpSpPr/>
          <p:nvPr/>
        </p:nvGrpSpPr>
        <p:grpSpPr>
          <a:xfrm>
            <a:off x="9901883" y="3918733"/>
            <a:ext cx="2390273" cy="1014570"/>
            <a:chOff x="6207154" y="1276616"/>
            <a:chExt cx="2745692" cy="81877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7CA64AE-A673-582A-5EE8-6E4DBA3AB172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D1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47F495-05E7-0672-A092-44190019C903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1662D3B-D4BA-46BD-84C8-CF00785C079E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50660F4-7ABD-0A32-9F87-1CE0625A9D7E}"/>
                </a:ext>
              </a:extLst>
            </p:cNvPr>
            <p:cNvSpPr txBox="1"/>
            <p:nvPr/>
          </p:nvSpPr>
          <p:spPr>
            <a:xfrm>
              <a:off x="6914385" y="1325411"/>
              <a:ext cx="2038461" cy="76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Order</a:t>
              </a:r>
              <a:b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</a:br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D7661EE-BD77-1D79-9D2A-6CE68B11B8F4}"/>
              </a:ext>
            </a:extLst>
          </p:cNvPr>
          <p:cNvCxnSpPr>
            <a:cxnSpLocks/>
          </p:cNvCxnSpPr>
          <p:nvPr/>
        </p:nvCxnSpPr>
        <p:spPr>
          <a:xfrm>
            <a:off x="3096337" y="3319481"/>
            <a:ext cx="0" cy="7606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9524D3-98C5-C373-F32C-4DD9EE1319E9}"/>
              </a:ext>
            </a:extLst>
          </p:cNvPr>
          <p:cNvCxnSpPr>
            <a:cxnSpLocks/>
          </p:cNvCxnSpPr>
          <p:nvPr/>
        </p:nvCxnSpPr>
        <p:spPr>
          <a:xfrm>
            <a:off x="3081241" y="4080106"/>
            <a:ext cx="6820642" cy="10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9F71CA-EA59-2B80-48A6-EB68AFEFCE10}"/>
              </a:ext>
            </a:extLst>
          </p:cNvPr>
          <p:cNvSpPr txBox="1"/>
          <p:nvPr/>
        </p:nvSpPr>
        <p:spPr>
          <a:xfrm>
            <a:off x="7418117" y="3796752"/>
            <a:ext cx="164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Cart Item</a:t>
            </a:r>
            <a:endParaRPr lang="en-PK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0F7D827-2AFF-1E11-6486-2BCD6351AE46}"/>
              </a:ext>
            </a:extLst>
          </p:cNvPr>
          <p:cNvCxnSpPr>
            <a:cxnSpLocks/>
          </p:cNvCxnSpPr>
          <p:nvPr/>
        </p:nvCxnSpPr>
        <p:spPr>
          <a:xfrm flipH="1">
            <a:off x="1440858" y="2939168"/>
            <a:ext cx="109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10F8111-7A65-8CD9-F515-ABB10378B614}"/>
              </a:ext>
            </a:extLst>
          </p:cNvPr>
          <p:cNvCxnSpPr>
            <a:cxnSpLocks/>
          </p:cNvCxnSpPr>
          <p:nvPr/>
        </p:nvCxnSpPr>
        <p:spPr>
          <a:xfrm>
            <a:off x="1434046" y="2936551"/>
            <a:ext cx="6811" cy="2718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ACFB6BC-7887-E42D-1CF8-134D009EA99D}"/>
              </a:ext>
            </a:extLst>
          </p:cNvPr>
          <p:cNvSpPr txBox="1"/>
          <p:nvPr/>
        </p:nvSpPr>
        <p:spPr>
          <a:xfrm rot="16200000">
            <a:off x="256380" y="4123493"/>
            <a:ext cx="269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Added Confirmation</a:t>
            </a:r>
            <a:endParaRPr lang="en-PK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37B8FAD-7058-50A3-F5EE-655187D2D73E}"/>
              </a:ext>
            </a:extLst>
          </p:cNvPr>
          <p:cNvCxnSpPr>
            <a:cxnSpLocks/>
          </p:cNvCxnSpPr>
          <p:nvPr/>
        </p:nvCxnSpPr>
        <p:spPr>
          <a:xfrm>
            <a:off x="1489198" y="6097375"/>
            <a:ext cx="4338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F23D8E4-097D-E6E0-395D-387DFFD03B9F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5827254" y="3316185"/>
            <a:ext cx="13665" cy="2781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D228378-2043-4714-DDAC-352AF4291F65}"/>
              </a:ext>
            </a:extLst>
          </p:cNvPr>
          <p:cNvSpPr txBox="1"/>
          <p:nvPr/>
        </p:nvSpPr>
        <p:spPr>
          <a:xfrm>
            <a:off x="2867077" y="6037678"/>
            <a:ext cx="230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Update/Remove Item</a:t>
            </a:r>
            <a:endParaRPr lang="en-PK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B1B9E57-1F84-1FD2-59A1-BD016AC247D5}"/>
              </a:ext>
            </a:extLst>
          </p:cNvPr>
          <p:cNvCxnSpPr>
            <a:cxnSpLocks/>
          </p:cNvCxnSpPr>
          <p:nvPr/>
        </p:nvCxnSpPr>
        <p:spPr>
          <a:xfrm>
            <a:off x="6120274" y="3326292"/>
            <a:ext cx="0" cy="11299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63FFAC0-51CB-934D-6522-15D705D5CF2B}"/>
              </a:ext>
            </a:extLst>
          </p:cNvPr>
          <p:cNvCxnSpPr>
            <a:cxnSpLocks/>
          </p:cNvCxnSpPr>
          <p:nvPr/>
        </p:nvCxnSpPr>
        <p:spPr>
          <a:xfrm>
            <a:off x="6120274" y="4456249"/>
            <a:ext cx="37816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6966413-62F6-C12B-7529-A057D0D6888F}"/>
              </a:ext>
            </a:extLst>
          </p:cNvPr>
          <p:cNvSpPr txBox="1"/>
          <p:nvPr/>
        </p:nvSpPr>
        <p:spPr>
          <a:xfrm>
            <a:off x="8021070" y="4181458"/>
            <a:ext cx="167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Record</a:t>
            </a:r>
            <a:endParaRPr lang="en-PK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F9AB9A-568D-02F7-5397-4DD134212248}"/>
              </a:ext>
            </a:extLst>
          </p:cNvPr>
          <p:cNvCxnSpPr>
            <a:cxnSpLocks/>
          </p:cNvCxnSpPr>
          <p:nvPr/>
        </p:nvCxnSpPr>
        <p:spPr>
          <a:xfrm>
            <a:off x="5563827" y="4668050"/>
            <a:ext cx="4338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C2C6AC8-B9D6-1B66-66B2-A28361BA2B29}"/>
              </a:ext>
            </a:extLst>
          </p:cNvPr>
          <p:cNvCxnSpPr>
            <a:cxnSpLocks/>
          </p:cNvCxnSpPr>
          <p:nvPr/>
        </p:nvCxnSpPr>
        <p:spPr>
          <a:xfrm flipH="1" flipV="1">
            <a:off x="5579615" y="3284617"/>
            <a:ext cx="12516" cy="1381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1874747-468D-47B1-BE99-306221933113}"/>
              </a:ext>
            </a:extLst>
          </p:cNvPr>
          <p:cNvSpPr txBox="1"/>
          <p:nvPr/>
        </p:nvSpPr>
        <p:spPr>
          <a:xfrm>
            <a:off x="7538670" y="4615667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Cart Data</a:t>
            </a:r>
            <a:endParaRPr lang="en-PK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1237440-A5A3-D76B-2156-9204CF98057C}"/>
              </a:ext>
            </a:extLst>
          </p:cNvPr>
          <p:cNvCxnSpPr>
            <a:cxnSpLocks/>
          </p:cNvCxnSpPr>
          <p:nvPr/>
        </p:nvCxnSpPr>
        <p:spPr>
          <a:xfrm>
            <a:off x="5342232" y="3316183"/>
            <a:ext cx="0" cy="24589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45F534F-FDF4-70EB-6FE9-88EB0D614FC5}"/>
              </a:ext>
            </a:extLst>
          </p:cNvPr>
          <p:cNvCxnSpPr>
            <a:cxnSpLocks/>
          </p:cNvCxnSpPr>
          <p:nvPr/>
        </p:nvCxnSpPr>
        <p:spPr>
          <a:xfrm flipH="1" flipV="1">
            <a:off x="1489198" y="5787741"/>
            <a:ext cx="3853034" cy="10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3AE6811-65E1-C98F-5FB0-9A421D8300D8}"/>
              </a:ext>
            </a:extLst>
          </p:cNvPr>
          <p:cNvSpPr txBox="1"/>
          <p:nvPr/>
        </p:nvSpPr>
        <p:spPr>
          <a:xfrm>
            <a:off x="2726295" y="5488993"/>
            <a:ext cx="2055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Cart View</a:t>
            </a:r>
            <a:endParaRPr lang="en-PK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B989CA1-D42B-50B4-6FC0-AAA556FB657B}"/>
              </a:ext>
            </a:extLst>
          </p:cNvPr>
          <p:cNvCxnSpPr>
            <a:cxnSpLocks/>
          </p:cNvCxnSpPr>
          <p:nvPr/>
        </p:nvCxnSpPr>
        <p:spPr>
          <a:xfrm>
            <a:off x="8997883" y="2713155"/>
            <a:ext cx="2002558" cy="242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0E73BC3-1733-FC31-65E8-05DCC701EB18}"/>
              </a:ext>
            </a:extLst>
          </p:cNvPr>
          <p:cNvCxnSpPr>
            <a:cxnSpLocks/>
          </p:cNvCxnSpPr>
          <p:nvPr/>
        </p:nvCxnSpPr>
        <p:spPr>
          <a:xfrm>
            <a:off x="11010236" y="2737421"/>
            <a:ext cx="0" cy="1120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DB03E6F2-540D-E37A-53B6-89CE5D921941}"/>
              </a:ext>
            </a:extLst>
          </p:cNvPr>
          <p:cNvSpPr txBox="1"/>
          <p:nvPr/>
        </p:nvSpPr>
        <p:spPr>
          <a:xfrm>
            <a:off x="9007678" y="2408562"/>
            <a:ext cx="1841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Fetch Cart Items</a:t>
            </a:r>
            <a:endParaRPr lang="en-PK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BB3CE78-5DF9-CB69-BFDC-4B207CADCA4A}"/>
              </a:ext>
            </a:extLst>
          </p:cNvPr>
          <p:cNvCxnSpPr>
            <a:cxnSpLocks/>
          </p:cNvCxnSpPr>
          <p:nvPr/>
        </p:nvCxnSpPr>
        <p:spPr>
          <a:xfrm>
            <a:off x="10700295" y="2961476"/>
            <a:ext cx="0" cy="9297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F83598E-BA3D-EB02-6CB6-8F6276A3B85A}"/>
              </a:ext>
            </a:extLst>
          </p:cNvPr>
          <p:cNvCxnSpPr>
            <a:cxnSpLocks/>
          </p:cNvCxnSpPr>
          <p:nvPr/>
        </p:nvCxnSpPr>
        <p:spPr>
          <a:xfrm flipH="1">
            <a:off x="9007678" y="2979819"/>
            <a:ext cx="1692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2EA2A017-0418-0EF1-6C26-09F9C71C38BF}"/>
              </a:ext>
            </a:extLst>
          </p:cNvPr>
          <p:cNvSpPr txBox="1"/>
          <p:nvPr/>
        </p:nvSpPr>
        <p:spPr>
          <a:xfrm>
            <a:off x="9400460" y="2933395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Cart Data</a:t>
            </a:r>
            <a:endParaRPr lang="en-PK" dirty="0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162D316-868A-D0EE-7244-1D5CFB003BF1}"/>
              </a:ext>
            </a:extLst>
          </p:cNvPr>
          <p:cNvCxnSpPr>
            <a:cxnSpLocks/>
          </p:cNvCxnSpPr>
          <p:nvPr/>
        </p:nvCxnSpPr>
        <p:spPr>
          <a:xfrm flipH="1">
            <a:off x="1507958" y="6407010"/>
            <a:ext cx="56663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95CDDCA-65A9-ED21-715A-809671EEFA07}"/>
              </a:ext>
            </a:extLst>
          </p:cNvPr>
          <p:cNvCxnSpPr>
            <a:cxnSpLocks/>
          </p:cNvCxnSpPr>
          <p:nvPr/>
        </p:nvCxnSpPr>
        <p:spPr>
          <a:xfrm>
            <a:off x="7174336" y="2845517"/>
            <a:ext cx="0" cy="3561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A7F9467-3992-A26E-7F5E-79DB83A9F417}"/>
              </a:ext>
            </a:extLst>
          </p:cNvPr>
          <p:cNvCxnSpPr>
            <a:cxnSpLocks/>
          </p:cNvCxnSpPr>
          <p:nvPr/>
        </p:nvCxnSpPr>
        <p:spPr>
          <a:xfrm>
            <a:off x="7174336" y="2855085"/>
            <a:ext cx="5573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3947D5B-E2F7-05D3-9D12-656E579E8927}"/>
              </a:ext>
            </a:extLst>
          </p:cNvPr>
          <p:cNvSpPr txBox="1"/>
          <p:nvPr/>
        </p:nvSpPr>
        <p:spPr>
          <a:xfrm>
            <a:off x="5382333" y="6372166"/>
            <a:ext cx="18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Bill Amount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8333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27572D3-F37E-DB37-AFF3-4378AE1D558C}"/>
              </a:ext>
            </a:extLst>
          </p:cNvPr>
          <p:cNvSpPr/>
          <p:nvPr/>
        </p:nvSpPr>
        <p:spPr>
          <a:xfrm>
            <a:off x="4641041" y="0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Process Payment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B9E794B-A76A-6CC0-F69F-B144E70152A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66733" y="2060615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Select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Payment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Method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E4A908E-E701-BFD8-F18B-B0841B002E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99868" y="2060616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Validate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Payment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FFA2F3E-B33F-0B37-9C2E-075582741B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42314" y="2060614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Confirm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Payment/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Receipt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226D62-6CCA-7FB8-FED7-B574EC4E0E1F}"/>
              </a:ext>
            </a:extLst>
          </p:cNvPr>
          <p:cNvCxnSpPr>
            <a:cxnSpLocks/>
          </p:cNvCxnSpPr>
          <p:nvPr/>
        </p:nvCxnSpPr>
        <p:spPr>
          <a:xfrm>
            <a:off x="2565936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E33A27-7791-9453-F502-B78FD13CEE09}"/>
              </a:ext>
            </a:extLst>
          </p:cNvPr>
          <p:cNvSpPr txBox="1"/>
          <p:nvPr/>
        </p:nvSpPr>
        <p:spPr>
          <a:xfrm>
            <a:off x="2945493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3.1</a:t>
            </a:r>
            <a:endParaRPr lang="en-PK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2CDD7D-CF50-309B-BCF6-A1DF0A164D3F}"/>
              </a:ext>
            </a:extLst>
          </p:cNvPr>
          <p:cNvCxnSpPr>
            <a:cxnSpLocks/>
          </p:cNvCxnSpPr>
          <p:nvPr/>
        </p:nvCxnSpPr>
        <p:spPr>
          <a:xfrm>
            <a:off x="5199071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4766E1-3E62-4556-95AE-8062855E340A}"/>
              </a:ext>
            </a:extLst>
          </p:cNvPr>
          <p:cNvSpPr txBox="1"/>
          <p:nvPr/>
        </p:nvSpPr>
        <p:spPr>
          <a:xfrm>
            <a:off x="5578628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3.2</a:t>
            </a:r>
            <a:endParaRPr lang="en-PK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0FE6A9-918F-CCA0-3732-76BE18E054CD}"/>
              </a:ext>
            </a:extLst>
          </p:cNvPr>
          <p:cNvCxnSpPr>
            <a:cxnSpLocks/>
          </p:cNvCxnSpPr>
          <p:nvPr/>
        </p:nvCxnSpPr>
        <p:spPr>
          <a:xfrm>
            <a:off x="7741517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AD4401-D143-0303-2D5E-00303A528751}"/>
              </a:ext>
            </a:extLst>
          </p:cNvPr>
          <p:cNvSpPr txBox="1"/>
          <p:nvPr/>
        </p:nvSpPr>
        <p:spPr>
          <a:xfrm>
            <a:off x="8121074" y="202844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</a:t>
            </a:r>
            <a:endParaRPr lang="en-PK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9ED4F6-6A12-CCF6-6A74-0688D4BE5711}"/>
              </a:ext>
            </a:extLst>
          </p:cNvPr>
          <p:cNvSpPr/>
          <p:nvPr/>
        </p:nvSpPr>
        <p:spPr>
          <a:xfrm>
            <a:off x="0" y="5654842"/>
            <a:ext cx="1507958" cy="1203158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Cashier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1CFED1-362E-C137-D60E-D7EFE1594226}"/>
              </a:ext>
            </a:extLst>
          </p:cNvPr>
          <p:cNvCxnSpPr>
            <a:cxnSpLocks/>
          </p:cNvCxnSpPr>
          <p:nvPr/>
        </p:nvCxnSpPr>
        <p:spPr>
          <a:xfrm flipV="1">
            <a:off x="1050758" y="2688796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28C3C7-7E2F-A50B-89AA-A1B1C9066CAF}"/>
              </a:ext>
            </a:extLst>
          </p:cNvPr>
          <p:cNvCxnSpPr>
            <a:cxnSpLocks/>
          </p:cNvCxnSpPr>
          <p:nvPr/>
        </p:nvCxnSpPr>
        <p:spPr>
          <a:xfrm>
            <a:off x="1050758" y="2688796"/>
            <a:ext cx="151517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A47221E-C9BA-5686-30CD-75313C69C384}"/>
              </a:ext>
            </a:extLst>
          </p:cNvPr>
          <p:cNvSpPr txBox="1"/>
          <p:nvPr/>
        </p:nvSpPr>
        <p:spPr>
          <a:xfrm rot="16200000">
            <a:off x="215183" y="38359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Cash/Card</a:t>
            </a:r>
            <a:endParaRPr lang="en-PK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A68A58-F271-74C8-C001-0EC67D57F33B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822302" y="2688796"/>
            <a:ext cx="137676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AB3786-5453-1833-D534-687A4A729660}"/>
              </a:ext>
            </a:extLst>
          </p:cNvPr>
          <p:cNvSpPr txBox="1"/>
          <p:nvPr/>
        </p:nvSpPr>
        <p:spPr>
          <a:xfrm>
            <a:off x="3822303" y="2614698"/>
            <a:ext cx="105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 Details</a:t>
            </a:r>
            <a:endParaRPr lang="en-PK" dirty="0"/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08D8B5BB-1B70-94E3-B755-21BD24282B77}"/>
              </a:ext>
            </a:extLst>
          </p:cNvPr>
          <p:cNvSpPr/>
          <p:nvPr/>
        </p:nvSpPr>
        <p:spPr>
          <a:xfrm>
            <a:off x="4705736" y="4460227"/>
            <a:ext cx="2243036" cy="120314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Bank system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2D9677-08EA-480B-FC34-3E82F7F35B7E}"/>
              </a:ext>
            </a:extLst>
          </p:cNvPr>
          <p:cNvCxnSpPr>
            <a:cxnSpLocks/>
          </p:cNvCxnSpPr>
          <p:nvPr/>
        </p:nvCxnSpPr>
        <p:spPr>
          <a:xfrm>
            <a:off x="5749943" y="3316183"/>
            <a:ext cx="0" cy="1109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8432C0-AEDC-3F38-2E21-83A4AD907AA3}"/>
              </a:ext>
            </a:extLst>
          </p:cNvPr>
          <p:cNvSpPr txBox="1"/>
          <p:nvPr/>
        </p:nvSpPr>
        <p:spPr>
          <a:xfrm rot="16200000">
            <a:off x="5256739" y="3462448"/>
            <a:ext cx="147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Card Verification</a:t>
            </a:r>
            <a:endParaRPr lang="en-PK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318761-5B06-DF79-B6EE-0D06D2C68FF5}"/>
              </a:ext>
            </a:extLst>
          </p:cNvPr>
          <p:cNvCxnSpPr>
            <a:cxnSpLocks/>
          </p:cNvCxnSpPr>
          <p:nvPr/>
        </p:nvCxnSpPr>
        <p:spPr>
          <a:xfrm flipV="1">
            <a:off x="5435838" y="3335890"/>
            <a:ext cx="0" cy="1069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0908C4B-EDF4-65BA-8872-7941A00C5461}"/>
              </a:ext>
            </a:extLst>
          </p:cNvPr>
          <p:cNvSpPr txBox="1"/>
          <p:nvPr/>
        </p:nvSpPr>
        <p:spPr>
          <a:xfrm rot="16200000">
            <a:off x="4553562" y="3505916"/>
            <a:ext cx="1254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Approved/Declined </a:t>
            </a:r>
            <a:endParaRPr lang="en-PK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83D967-93A9-8E8E-B3DC-912DEEBCA646}"/>
              </a:ext>
            </a:extLst>
          </p:cNvPr>
          <p:cNvGrpSpPr/>
          <p:nvPr/>
        </p:nvGrpSpPr>
        <p:grpSpPr>
          <a:xfrm>
            <a:off x="9912853" y="3793640"/>
            <a:ext cx="2390273" cy="1014570"/>
            <a:chOff x="6207154" y="1276616"/>
            <a:chExt cx="2745692" cy="8187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0C7F63-2DC5-312F-29D1-91CAF89D8323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D2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3A9D93-F18D-653E-7D4B-525FC980D9EA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36314B6-0470-F35D-D001-E1354BAC80EE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A18418-52F1-EDA7-6ADB-8179D5E6CD71}"/>
                </a:ext>
              </a:extLst>
            </p:cNvPr>
            <p:cNvSpPr txBox="1"/>
            <p:nvPr/>
          </p:nvSpPr>
          <p:spPr>
            <a:xfrm>
              <a:off x="6914385" y="1325411"/>
              <a:ext cx="2038461" cy="76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Sales</a:t>
              </a:r>
              <a:b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</a:br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0A1F716-0149-D4FB-A322-75F2AF37FEBD}"/>
              </a:ext>
            </a:extLst>
          </p:cNvPr>
          <p:cNvCxnSpPr>
            <a:cxnSpLocks/>
          </p:cNvCxnSpPr>
          <p:nvPr/>
        </p:nvCxnSpPr>
        <p:spPr>
          <a:xfrm flipH="1">
            <a:off x="8997883" y="2614698"/>
            <a:ext cx="17984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294910-BDA5-CE26-AE01-B875E230E9F9}"/>
              </a:ext>
            </a:extLst>
          </p:cNvPr>
          <p:cNvCxnSpPr>
            <a:cxnSpLocks/>
          </p:cNvCxnSpPr>
          <p:nvPr/>
        </p:nvCxnSpPr>
        <p:spPr>
          <a:xfrm>
            <a:off x="10796337" y="2614698"/>
            <a:ext cx="0" cy="1071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4964DD1-BC3B-74B3-BA50-C10BE3CF822F}"/>
              </a:ext>
            </a:extLst>
          </p:cNvPr>
          <p:cNvSpPr txBox="1"/>
          <p:nvPr/>
        </p:nvSpPr>
        <p:spPr>
          <a:xfrm>
            <a:off x="8984486" y="2319464"/>
            <a:ext cx="234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Payment Record</a:t>
            </a:r>
            <a:endParaRPr lang="en-PK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76EFC02-D2AB-7058-D9B4-119DA8A3A6C7}"/>
              </a:ext>
            </a:extLst>
          </p:cNvPr>
          <p:cNvGrpSpPr/>
          <p:nvPr/>
        </p:nvGrpSpPr>
        <p:grpSpPr>
          <a:xfrm>
            <a:off x="9897680" y="5913055"/>
            <a:ext cx="2390273" cy="1014570"/>
            <a:chOff x="6207154" y="1276616"/>
            <a:chExt cx="2745692" cy="8187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7840C64-6D37-C13A-CC3B-9BF5AAECBABF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D3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CA81E1-BC65-55E9-2B5C-29A46416C39C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71E8C97-6606-5889-8BEF-CDB3F6EB0D6D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1FC4D5-C3F5-19BA-1595-FA9CA4C1CC16}"/>
                </a:ext>
              </a:extLst>
            </p:cNvPr>
            <p:cNvSpPr txBox="1"/>
            <p:nvPr/>
          </p:nvSpPr>
          <p:spPr>
            <a:xfrm>
              <a:off x="6914385" y="1325411"/>
              <a:ext cx="2038461" cy="769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Inventory</a:t>
              </a:r>
              <a:b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</a:br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3734279-B903-62BF-94A6-835BAA760533}"/>
              </a:ext>
            </a:extLst>
          </p:cNvPr>
          <p:cNvCxnSpPr>
            <a:cxnSpLocks/>
          </p:cNvCxnSpPr>
          <p:nvPr/>
        </p:nvCxnSpPr>
        <p:spPr>
          <a:xfrm flipV="1">
            <a:off x="8618326" y="3319848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3CE5799-5C61-6C26-1BE9-B9EF8622D06A}"/>
              </a:ext>
            </a:extLst>
          </p:cNvPr>
          <p:cNvCxnSpPr>
            <a:cxnSpLocks/>
          </p:cNvCxnSpPr>
          <p:nvPr/>
        </p:nvCxnSpPr>
        <p:spPr>
          <a:xfrm>
            <a:off x="8618326" y="6288050"/>
            <a:ext cx="1245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91E2ED-4003-1D68-FA81-AEB0E555F116}"/>
              </a:ext>
            </a:extLst>
          </p:cNvPr>
          <p:cNvSpPr txBox="1"/>
          <p:nvPr/>
        </p:nvSpPr>
        <p:spPr>
          <a:xfrm>
            <a:off x="8369700" y="6257223"/>
            <a:ext cx="1558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 Stock</a:t>
            </a:r>
            <a:endParaRPr lang="en-PK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F8631F-64C4-07FA-2436-7C97DC402007}"/>
              </a:ext>
            </a:extLst>
          </p:cNvPr>
          <p:cNvCxnSpPr>
            <a:cxnSpLocks/>
          </p:cNvCxnSpPr>
          <p:nvPr/>
        </p:nvCxnSpPr>
        <p:spPr>
          <a:xfrm flipV="1">
            <a:off x="8333310" y="3316183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9985D6-D60E-07F7-2124-A0345EE16AD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1507958" y="6256421"/>
            <a:ext cx="6825352" cy="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F727517-2471-C1CA-82D5-0F005B945E29}"/>
              </a:ext>
            </a:extLst>
          </p:cNvPr>
          <p:cNvSpPr txBox="1"/>
          <p:nvPr/>
        </p:nvSpPr>
        <p:spPr>
          <a:xfrm>
            <a:off x="4719342" y="6227826"/>
            <a:ext cx="220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 Successful</a:t>
            </a:r>
            <a:endParaRPr lang="en-PK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740399-102B-4ED9-0FA2-7A2CEC427288}"/>
              </a:ext>
            </a:extLst>
          </p:cNvPr>
          <p:cNvCxnSpPr>
            <a:cxnSpLocks/>
          </p:cNvCxnSpPr>
          <p:nvPr/>
        </p:nvCxnSpPr>
        <p:spPr>
          <a:xfrm>
            <a:off x="3361061" y="1708339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2A9590-0D2D-57C0-A65E-0BBFD1340E6F}"/>
              </a:ext>
            </a:extLst>
          </p:cNvPr>
          <p:cNvCxnSpPr>
            <a:cxnSpLocks/>
          </p:cNvCxnSpPr>
          <p:nvPr/>
        </p:nvCxnSpPr>
        <p:spPr>
          <a:xfrm>
            <a:off x="3370857" y="1706362"/>
            <a:ext cx="0" cy="32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42AF40-1B9F-A9DC-F23C-ADDC24EF3711}"/>
              </a:ext>
            </a:extLst>
          </p:cNvPr>
          <p:cNvCxnSpPr>
            <a:cxnSpLocks/>
          </p:cNvCxnSpPr>
          <p:nvPr/>
        </p:nvCxnSpPr>
        <p:spPr>
          <a:xfrm>
            <a:off x="5994591" y="1719604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7F4F2FB-8653-3A1E-9C6E-DF1D391B096A}"/>
              </a:ext>
            </a:extLst>
          </p:cNvPr>
          <p:cNvCxnSpPr>
            <a:cxnSpLocks/>
          </p:cNvCxnSpPr>
          <p:nvPr/>
        </p:nvCxnSpPr>
        <p:spPr>
          <a:xfrm>
            <a:off x="5994568" y="1705394"/>
            <a:ext cx="13276" cy="356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9499203-44E2-6FA3-8191-58D331BE8716}"/>
              </a:ext>
            </a:extLst>
          </p:cNvPr>
          <p:cNvCxnSpPr>
            <a:cxnSpLocks/>
          </p:cNvCxnSpPr>
          <p:nvPr/>
        </p:nvCxnSpPr>
        <p:spPr>
          <a:xfrm flipH="1">
            <a:off x="8618326" y="1736482"/>
            <a:ext cx="9795" cy="29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A472CA-64E0-6188-5E1B-00A6D77D1C44}"/>
              </a:ext>
            </a:extLst>
          </p:cNvPr>
          <p:cNvCxnSpPr>
            <a:cxnSpLocks/>
          </p:cNvCxnSpPr>
          <p:nvPr/>
        </p:nvCxnSpPr>
        <p:spPr>
          <a:xfrm>
            <a:off x="5994591" y="1490375"/>
            <a:ext cx="0" cy="225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28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1A3728E-90B1-C281-6B78-6368A11E9B9F}"/>
              </a:ext>
            </a:extLst>
          </p:cNvPr>
          <p:cNvSpPr/>
          <p:nvPr/>
        </p:nvSpPr>
        <p:spPr>
          <a:xfrm>
            <a:off x="4641041" y="0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Inventory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F05D6BC3-6E5A-6D6A-0732-768FF99D399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66733" y="2060615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Add new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Product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EF263C-60AC-5DAB-8A5C-FE16C022BB1B}"/>
              </a:ext>
            </a:extLst>
          </p:cNvPr>
          <p:cNvCxnSpPr>
            <a:cxnSpLocks/>
          </p:cNvCxnSpPr>
          <p:nvPr/>
        </p:nvCxnSpPr>
        <p:spPr>
          <a:xfrm>
            <a:off x="2565936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E848AE-DA74-AFD0-3692-5C15D18C915A}"/>
              </a:ext>
            </a:extLst>
          </p:cNvPr>
          <p:cNvSpPr txBox="1"/>
          <p:nvPr/>
        </p:nvSpPr>
        <p:spPr>
          <a:xfrm>
            <a:off x="2945493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4.1</a:t>
            </a:r>
            <a:endParaRPr lang="en-PK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7A6325A-2297-7CF6-6F48-B907943297C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99868" y="2060616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  Update 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Stock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FDDFF-3134-3BD7-8438-4C020F4BC889}"/>
              </a:ext>
            </a:extLst>
          </p:cNvPr>
          <p:cNvCxnSpPr>
            <a:cxnSpLocks/>
          </p:cNvCxnSpPr>
          <p:nvPr/>
        </p:nvCxnSpPr>
        <p:spPr>
          <a:xfrm>
            <a:off x="5199071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1C418E-61A7-A98E-2EE9-79234506DE92}"/>
              </a:ext>
            </a:extLst>
          </p:cNvPr>
          <p:cNvSpPr txBox="1"/>
          <p:nvPr/>
        </p:nvSpPr>
        <p:spPr>
          <a:xfrm>
            <a:off x="5578628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4.2</a:t>
            </a:r>
            <a:endParaRPr lang="en-PK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3E58B1B-2201-A519-C402-17DA5F54EE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42314" y="2060614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View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 Stock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Status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8A37A9-9024-37FF-5893-78C955D4277F}"/>
              </a:ext>
            </a:extLst>
          </p:cNvPr>
          <p:cNvCxnSpPr>
            <a:cxnSpLocks/>
          </p:cNvCxnSpPr>
          <p:nvPr/>
        </p:nvCxnSpPr>
        <p:spPr>
          <a:xfrm>
            <a:off x="7741517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861760-B7DC-4D34-B489-7D4751AAAE54}"/>
              </a:ext>
            </a:extLst>
          </p:cNvPr>
          <p:cNvSpPr txBox="1"/>
          <p:nvPr/>
        </p:nvSpPr>
        <p:spPr>
          <a:xfrm>
            <a:off x="8121074" y="202844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4.3</a:t>
            </a:r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2CF359-B8B2-FA4F-1031-78F93BF67648}"/>
              </a:ext>
            </a:extLst>
          </p:cNvPr>
          <p:cNvCxnSpPr>
            <a:cxnSpLocks/>
          </p:cNvCxnSpPr>
          <p:nvPr/>
        </p:nvCxnSpPr>
        <p:spPr>
          <a:xfrm>
            <a:off x="3361061" y="1708339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82BF6A-828A-E83B-6AD0-81F3B98E8F6A}"/>
              </a:ext>
            </a:extLst>
          </p:cNvPr>
          <p:cNvCxnSpPr>
            <a:cxnSpLocks/>
          </p:cNvCxnSpPr>
          <p:nvPr/>
        </p:nvCxnSpPr>
        <p:spPr>
          <a:xfrm>
            <a:off x="3370857" y="1706362"/>
            <a:ext cx="0" cy="32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86A5B2-1B1E-323E-5A8D-7C7FC06E2DCB}"/>
              </a:ext>
            </a:extLst>
          </p:cNvPr>
          <p:cNvCxnSpPr>
            <a:cxnSpLocks/>
          </p:cNvCxnSpPr>
          <p:nvPr/>
        </p:nvCxnSpPr>
        <p:spPr>
          <a:xfrm>
            <a:off x="5994568" y="1705394"/>
            <a:ext cx="13276" cy="356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4CE1ED-ADDE-E897-2AD7-E09FA7448007}"/>
              </a:ext>
            </a:extLst>
          </p:cNvPr>
          <p:cNvCxnSpPr>
            <a:cxnSpLocks/>
          </p:cNvCxnSpPr>
          <p:nvPr/>
        </p:nvCxnSpPr>
        <p:spPr>
          <a:xfrm>
            <a:off x="5994591" y="1490375"/>
            <a:ext cx="0" cy="225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020487-14E1-0E42-4930-550F5C7862D4}"/>
              </a:ext>
            </a:extLst>
          </p:cNvPr>
          <p:cNvCxnSpPr>
            <a:cxnSpLocks/>
          </p:cNvCxnSpPr>
          <p:nvPr/>
        </p:nvCxnSpPr>
        <p:spPr>
          <a:xfrm>
            <a:off x="5994591" y="1719604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0AEABF-0276-36FA-8420-BC4CEFDE9FC5}"/>
              </a:ext>
            </a:extLst>
          </p:cNvPr>
          <p:cNvCxnSpPr>
            <a:cxnSpLocks/>
          </p:cNvCxnSpPr>
          <p:nvPr/>
        </p:nvCxnSpPr>
        <p:spPr>
          <a:xfrm flipH="1">
            <a:off x="8618326" y="1736482"/>
            <a:ext cx="9795" cy="29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373BF-B7AA-B3AA-DFEA-AF499EFA6223}"/>
              </a:ext>
            </a:extLst>
          </p:cNvPr>
          <p:cNvSpPr/>
          <p:nvPr/>
        </p:nvSpPr>
        <p:spPr>
          <a:xfrm>
            <a:off x="0" y="5588000"/>
            <a:ext cx="1506235" cy="127000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Inventory Manager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89ADAB-661F-B70E-469B-58C4730C7D61}"/>
              </a:ext>
            </a:extLst>
          </p:cNvPr>
          <p:cNvCxnSpPr>
            <a:cxnSpLocks/>
          </p:cNvCxnSpPr>
          <p:nvPr/>
        </p:nvCxnSpPr>
        <p:spPr>
          <a:xfrm flipV="1">
            <a:off x="1050758" y="2688796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2FA280-B2E9-421A-4B85-EE07C33FD841}"/>
              </a:ext>
            </a:extLst>
          </p:cNvPr>
          <p:cNvCxnSpPr>
            <a:cxnSpLocks/>
          </p:cNvCxnSpPr>
          <p:nvPr/>
        </p:nvCxnSpPr>
        <p:spPr>
          <a:xfrm>
            <a:off x="1050758" y="2688796"/>
            <a:ext cx="151517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090D1F-35AF-477D-30EE-424A5236209A}"/>
              </a:ext>
            </a:extLst>
          </p:cNvPr>
          <p:cNvSpPr txBox="1"/>
          <p:nvPr/>
        </p:nvSpPr>
        <p:spPr>
          <a:xfrm rot="16200000">
            <a:off x="374387" y="4105371"/>
            <a:ext cx="172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Details</a:t>
            </a:r>
            <a:endParaRPr lang="en-PK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075249-3992-7171-94B4-1FFB0E3430E0}"/>
              </a:ext>
            </a:extLst>
          </p:cNvPr>
          <p:cNvGrpSpPr/>
          <p:nvPr/>
        </p:nvGrpSpPr>
        <p:grpSpPr>
          <a:xfrm>
            <a:off x="9420113" y="5692298"/>
            <a:ext cx="2771887" cy="1165702"/>
            <a:chOff x="6207154" y="1276616"/>
            <a:chExt cx="2616694" cy="72690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2B2CCD-9BCE-AB82-9491-FAAE5B7C88F9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D4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DEDDEA0-9BBF-9216-CAE1-B9A59B41C730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0185922-A53B-6567-4CB7-7C41E4E38A8B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6C8C01-D81E-C85B-EF93-1B8ED8A1436A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Product Database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FC9E3B-3D7A-1A71-0830-980AC68D1F72}"/>
              </a:ext>
            </a:extLst>
          </p:cNvPr>
          <p:cNvCxnSpPr>
            <a:cxnSpLocks/>
          </p:cNvCxnSpPr>
          <p:nvPr/>
        </p:nvCxnSpPr>
        <p:spPr>
          <a:xfrm flipV="1">
            <a:off x="3194119" y="3316183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AFE58-DD78-1C24-BA5C-911EBEAAC630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194119" y="6275149"/>
            <a:ext cx="6225994" cy="7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CC0AC55-5324-F3FE-6D93-17EC9E44D82F}"/>
              </a:ext>
            </a:extLst>
          </p:cNvPr>
          <p:cNvSpPr txBox="1"/>
          <p:nvPr/>
        </p:nvSpPr>
        <p:spPr>
          <a:xfrm>
            <a:off x="7741517" y="6275147"/>
            <a:ext cx="1494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Product</a:t>
            </a:r>
            <a:endParaRPr lang="en-PK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58B253-4C32-E98A-6BFC-9BB9455841F9}"/>
              </a:ext>
            </a:extLst>
          </p:cNvPr>
          <p:cNvCxnSpPr>
            <a:cxnSpLocks/>
          </p:cNvCxnSpPr>
          <p:nvPr/>
        </p:nvCxnSpPr>
        <p:spPr>
          <a:xfrm flipV="1">
            <a:off x="2907128" y="3316183"/>
            <a:ext cx="0" cy="296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F84FF6-404F-8437-DE01-D612222A3B7B}"/>
              </a:ext>
            </a:extLst>
          </p:cNvPr>
          <p:cNvCxnSpPr>
            <a:cxnSpLocks/>
          </p:cNvCxnSpPr>
          <p:nvPr/>
        </p:nvCxnSpPr>
        <p:spPr>
          <a:xfrm flipH="1" flipV="1">
            <a:off x="1507958" y="6256421"/>
            <a:ext cx="1399170" cy="18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C5DCF20-BBAF-92EB-C47C-22A373C5020F}"/>
              </a:ext>
            </a:extLst>
          </p:cNvPr>
          <p:cNvSpPr txBox="1"/>
          <p:nvPr/>
        </p:nvSpPr>
        <p:spPr>
          <a:xfrm rot="16200000">
            <a:off x="1947334" y="4084032"/>
            <a:ext cx="166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Added</a:t>
            </a:r>
            <a:endParaRPr lang="en-PK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499653-D522-DB94-6431-0ED3D886B7B7}"/>
              </a:ext>
            </a:extLst>
          </p:cNvPr>
          <p:cNvCxnSpPr>
            <a:cxnSpLocks/>
          </p:cNvCxnSpPr>
          <p:nvPr/>
        </p:nvCxnSpPr>
        <p:spPr>
          <a:xfrm>
            <a:off x="1489198" y="6097375"/>
            <a:ext cx="40894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571D90-5D44-64D1-B073-9DACB0E7375C}"/>
              </a:ext>
            </a:extLst>
          </p:cNvPr>
          <p:cNvCxnSpPr>
            <a:cxnSpLocks/>
          </p:cNvCxnSpPr>
          <p:nvPr/>
        </p:nvCxnSpPr>
        <p:spPr>
          <a:xfrm flipV="1">
            <a:off x="5578628" y="3316183"/>
            <a:ext cx="0" cy="2781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BDE3EA6-5049-C23A-74AE-3912D40C5EBD}"/>
              </a:ext>
            </a:extLst>
          </p:cNvPr>
          <p:cNvSpPr txBox="1"/>
          <p:nvPr/>
        </p:nvSpPr>
        <p:spPr>
          <a:xfrm rot="16200000">
            <a:off x="4947589" y="4293811"/>
            <a:ext cx="165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Quantity</a:t>
            </a:r>
            <a:endParaRPr lang="en-PK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756338A-ADC3-BF45-80AB-A81EC6405D8A}"/>
              </a:ext>
            </a:extLst>
          </p:cNvPr>
          <p:cNvGrpSpPr/>
          <p:nvPr/>
        </p:nvGrpSpPr>
        <p:grpSpPr>
          <a:xfrm>
            <a:off x="9420113" y="3707186"/>
            <a:ext cx="2771887" cy="1165702"/>
            <a:chOff x="6207154" y="1276616"/>
            <a:chExt cx="2616694" cy="72690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0ABA042-62B9-0555-09B0-F32774955518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D3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1E93E8-D24D-ADD3-D742-A0E34787C9D6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5F7E2B-9413-305E-FBF9-C5F38B6B8571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8583390-A33B-2145-10E4-E09921493FC1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Inventory Database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11D2CA6-AB9E-A4FC-BE2C-08CAC91D9BD1}"/>
              </a:ext>
            </a:extLst>
          </p:cNvPr>
          <p:cNvCxnSpPr>
            <a:cxnSpLocks/>
          </p:cNvCxnSpPr>
          <p:nvPr/>
        </p:nvCxnSpPr>
        <p:spPr>
          <a:xfrm flipV="1">
            <a:off x="6097816" y="3316183"/>
            <a:ext cx="0" cy="6622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67D45C-C4F3-9C62-E3C4-5BE9C0FA47A2}"/>
              </a:ext>
            </a:extLst>
          </p:cNvPr>
          <p:cNvCxnSpPr>
            <a:cxnSpLocks/>
          </p:cNvCxnSpPr>
          <p:nvPr/>
        </p:nvCxnSpPr>
        <p:spPr>
          <a:xfrm>
            <a:off x="6075880" y="3967823"/>
            <a:ext cx="33442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4BF2B36-C4D1-032B-1219-2BB619B42F1B}"/>
              </a:ext>
            </a:extLst>
          </p:cNvPr>
          <p:cNvSpPr txBox="1"/>
          <p:nvPr/>
        </p:nvSpPr>
        <p:spPr>
          <a:xfrm>
            <a:off x="7730216" y="3967823"/>
            <a:ext cx="153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Stock</a:t>
            </a:r>
            <a:endParaRPr lang="en-PK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95F4642-49C8-1E84-8EA6-65589056E40C}"/>
              </a:ext>
            </a:extLst>
          </p:cNvPr>
          <p:cNvCxnSpPr>
            <a:cxnSpLocks/>
          </p:cNvCxnSpPr>
          <p:nvPr/>
        </p:nvCxnSpPr>
        <p:spPr>
          <a:xfrm flipV="1">
            <a:off x="5224874" y="3256519"/>
            <a:ext cx="0" cy="25140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CA57F90-1D90-E80F-7767-9FA86B805E97}"/>
              </a:ext>
            </a:extLst>
          </p:cNvPr>
          <p:cNvCxnSpPr>
            <a:cxnSpLocks/>
          </p:cNvCxnSpPr>
          <p:nvPr/>
        </p:nvCxnSpPr>
        <p:spPr>
          <a:xfrm flipH="1">
            <a:off x="1508424" y="5770548"/>
            <a:ext cx="3716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103965B-5D5C-41FB-D901-37A91271CFCA}"/>
              </a:ext>
            </a:extLst>
          </p:cNvPr>
          <p:cNvSpPr txBox="1"/>
          <p:nvPr/>
        </p:nvSpPr>
        <p:spPr>
          <a:xfrm>
            <a:off x="3533913" y="5442366"/>
            <a:ext cx="165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Updated</a:t>
            </a:r>
            <a:endParaRPr lang="en-PK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84B518-56D1-4259-698E-F44CBADFFA34}"/>
              </a:ext>
            </a:extLst>
          </p:cNvPr>
          <p:cNvCxnSpPr>
            <a:cxnSpLocks/>
          </p:cNvCxnSpPr>
          <p:nvPr/>
        </p:nvCxnSpPr>
        <p:spPr>
          <a:xfrm>
            <a:off x="8997883" y="2688796"/>
            <a:ext cx="16059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1C4269-89FC-22BE-467D-F72D2CF4D7B0}"/>
              </a:ext>
            </a:extLst>
          </p:cNvPr>
          <p:cNvCxnSpPr>
            <a:cxnSpLocks/>
          </p:cNvCxnSpPr>
          <p:nvPr/>
        </p:nvCxnSpPr>
        <p:spPr>
          <a:xfrm>
            <a:off x="10603832" y="2709769"/>
            <a:ext cx="0" cy="919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43FF03F-E054-F55B-0559-0B198C9CEB83}"/>
              </a:ext>
            </a:extLst>
          </p:cNvPr>
          <p:cNvSpPr txBox="1"/>
          <p:nvPr/>
        </p:nvSpPr>
        <p:spPr>
          <a:xfrm>
            <a:off x="9081933" y="2421452"/>
            <a:ext cx="1581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Stock Info</a:t>
            </a:r>
            <a:endParaRPr lang="en-PK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F710E07-FC10-1942-F90B-25ECDA58C31D}"/>
              </a:ext>
            </a:extLst>
          </p:cNvPr>
          <p:cNvCxnSpPr>
            <a:cxnSpLocks/>
          </p:cNvCxnSpPr>
          <p:nvPr/>
        </p:nvCxnSpPr>
        <p:spPr>
          <a:xfrm flipV="1">
            <a:off x="11180644" y="2397773"/>
            <a:ext cx="0" cy="12678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68D58CE-88EA-65C1-751D-83A9BB5C0B63}"/>
              </a:ext>
            </a:extLst>
          </p:cNvPr>
          <p:cNvCxnSpPr>
            <a:cxnSpLocks/>
          </p:cNvCxnSpPr>
          <p:nvPr/>
        </p:nvCxnSpPr>
        <p:spPr>
          <a:xfrm flipH="1">
            <a:off x="9081933" y="2361443"/>
            <a:ext cx="2098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D133971-C86B-CF81-1E31-7EE31D4FF999}"/>
              </a:ext>
            </a:extLst>
          </p:cNvPr>
          <p:cNvSpPr txBox="1"/>
          <p:nvPr/>
        </p:nvSpPr>
        <p:spPr>
          <a:xfrm>
            <a:off x="9265642" y="2052122"/>
            <a:ext cx="1465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Report</a:t>
            </a:r>
            <a:endParaRPr lang="en-PK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AD61596-81E0-C424-F0B2-F47B3FE69E59}"/>
              </a:ext>
            </a:extLst>
          </p:cNvPr>
          <p:cNvCxnSpPr>
            <a:cxnSpLocks/>
          </p:cNvCxnSpPr>
          <p:nvPr/>
        </p:nvCxnSpPr>
        <p:spPr>
          <a:xfrm flipV="1">
            <a:off x="7327363" y="2771149"/>
            <a:ext cx="439941" cy="11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9FB9DBC-E937-089F-87A9-F2600FF32469}"/>
              </a:ext>
            </a:extLst>
          </p:cNvPr>
          <p:cNvCxnSpPr>
            <a:cxnSpLocks/>
          </p:cNvCxnSpPr>
          <p:nvPr/>
        </p:nvCxnSpPr>
        <p:spPr>
          <a:xfrm flipV="1">
            <a:off x="7327363" y="2766741"/>
            <a:ext cx="0" cy="38683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39B9B3D-A461-4957-598D-4292B2F6B225}"/>
              </a:ext>
            </a:extLst>
          </p:cNvPr>
          <p:cNvCxnSpPr>
            <a:cxnSpLocks/>
          </p:cNvCxnSpPr>
          <p:nvPr/>
        </p:nvCxnSpPr>
        <p:spPr>
          <a:xfrm flipH="1" flipV="1">
            <a:off x="1506235" y="6635116"/>
            <a:ext cx="5800223" cy="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E3F1758-29E4-7B71-1B17-51FC7A3A5BC8}"/>
              </a:ext>
            </a:extLst>
          </p:cNvPr>
          <p:cNvSpPr txBox="1"/>
          <p:nvPr/>
        </p:nvSpPr>
        <p:spPr>
          <a:xfrm>
            <a:off x="4519578" y="6581927"/>
            <a:ext cx="1500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Details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4434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6FA59CE-9032-F360-BEAA-957820F54413}"/>
              </a:ext>
            </a:extLst>
          </p:cNvPr>
          <p:cNvSpPr/>
          <p:nvPr/>
        </p:nvSpPr>
        <p:spPr>
          <a:xfrm>
            <a:off x="4641041" y="0"/>
            <a:ext cx="2909918" cy="15081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latin typeface="Arial" pitchFamily="34" charset="0"/>
                <a:cs typeface="Arial" pitchFamily="34" charset="0"/>
              </a:rPr>
              <a:t>Manage Reports &amp; Users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39BF8FBF-1C76-E76D-29F9-0675F5898EF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66733" y="2060615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Generate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Sales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Report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D48A1B5-FF48-918B-5320-B92C05470D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45114" y="2060615"/>
            <a:ext cx="1254772" cy="1256365"/>
          </a:xfrm>
          <a:prstGeom prst="flowChartAlternateProcess">
            <a:avLst/>
          </a:prstGeom>
          <a:solidFill>
            <a:srgbClr val="00B050"/>
          </a:solidFill>
          <a:ln w="317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vert270" wrap="none" anchor="ctr"/>
          <a:lstStyle/>
          <a:p>
            <a:pPr algn="ctr"/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Manage</a:t>
            </a:r>
            <a:b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en-US" sz="2000" dirty="0">
                <a:solidFill>
                  <a:schemeClr val="bg1"/>
                </a:solidFill>
                <a:latin typeface="Arial" charset="0"/>
                <a:cs typeface="Arial" charset="0"/>
              </a:rPr>
              <a:t>Users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F7E2B9-10FD-918F-E537-4384FF6B1D47}"/>
              </a:ext>
            </a:extLst>
          </p:cNvPr>
          <p:cNvCxnSpPr>
            <a:cxnSpLocks/>
          </p:cNvCxnSpPr>
          <p:nvPr/>
        </p:nvCxnSpPr>
        <p:spPr>
          <a:xfrm>
            <a:off x="2565936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F4B94D-1751-4CEB-8EF3-8ACE13C73954}"/>
              </a:ext>
            </a:extLst>
          </p:cNvPr>
          <p:cNvCxnSpPr>
            <a:cxnSpLocks/>
          </p:cNvCxnSpPr>
          <p:nvPr/>
        </p:nvCxnSpPr>
        <p:spPr>
          <a:xfrm>
            <a:off x="8044317" y="2397773"/>
            <a:ext cx="1256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528EDE-585E-69AE-B9F4-A3DD05BFBE86}"/>
              </a:ext>
            </a:extLst>
          </p:cNvPr>
          <p:cNvSpPr txBox="1"/>
          <p:nvPr/>
        </p:nvSpPr>
        <p:spPr>
          <a:xfrm>
            <a:off x="2945493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5.1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61FC3-1EFB-C465-3ED4-9228A5F69C64}"/>
              </a:ext>
            </a:extLst>
          </p:cNvPr>
          <p:cNvSpPr txBox="1"/>
          <p:nvPr/>
        </p:nvSpPr>
        <p:spPr>
          <a:xfrm>
            <a:off x="8423874" y="206141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5.2</a:t>
            </a:r>
            <a:endParaRPr lang="en-PK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DE2ECD-1527-249A-E717-FF17BAC63612}"/>
              </a:ext>
            </a:extLst>
          </p:cNvPr>
          <p:cNvCxnSpPr>
            <a:cxnSpLocks/>
          </p:cNvCxnSpPr>
          <p:nvPr/>
        </p:nvCxnSpPr>
        <p:spPr>
          <a:xfrm>
            <a:off x="3361061" y="1708339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EBD6AB-3367-5F3E-1DC6-2971F3170756}"/>
              </a:ext>
            </a:extLst>
          </p:cNvPr>
          <p:cNvCxnSpPr>
            <a:cxnSpLocks/>
          </p:cNvCxnSpPr>
          <p:nvPr/>
        </p:nvCxnSpPr>
        <p:spPr>
          <a:xfrm>
            <a:off x="3370857" y="1706362"/>
            <a:ext cx="0" cy="32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8351BB-9BDE-CEE1-71B7-0E54A8865DE7}"/>
              </a:ext>
            </a:extLst>
          </p:cNvPr>
          <p:cNvCxnSpPr>
            <a:cxnSpLocks/>
          </p:cNvCxnSpPr>
          <p:nvPr/>
        </p:nvCxnSpPr>
        <p:spPr>
          <a:xfrm>
            <a:off x="5994591" y="1719604"/>
            <a:ext cx="2623735" cy="14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7E9FC7-E4F6-8D8D-1A39-0E8438001355}"/>
              </a:ext>
            </a:extLst>
          </p:cNvPr>
          <p:cNvCxnSpPr>
            <a:cxnSpLocks/>
          </p:cNvCxnSpPr>
          <p:nvPr/>
        </p:nvCxnSpPr>
        <p:spPr>
          <a:xfrm flipH="1">
            <a:off x="8618326" y="1736482"/>
            <a:ext cx="9795" cy="291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21C43B-271F-3226-A669-28E736FEDA54}"/>
              </a:ext>
            </a:extLst>
          </p:cNvPr>
          <p:cNvCxnSpPr>
            <a:cxnSpLocks/>
          </p:cNvCxnSpPr>
          <p:nvPr/>
        </p:nvCxnSpPr>
        <p:spPr>
          <a:xfrm>
            <a:off x="5994591" y="1490375"/>
            <a:ext cx="0" cy="225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56BCBC1-FD5D-D7AA-2B8D-FD969D005BED}"/>
              </a:ext>
            </a:extLst>
          </p:cNvPr>
          <p:cNvSpPr/>
          <p:nvPr/>
        </p:nvSpPr>
        <p:spPr>
          <a:xfrm>
            <a:off x="0" y="5817716"/>
            <a:ext cx="1235242" cy="1040284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Admin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EEE690-9395-4B6D-9D3E-291BB54BC865}"/>
              </a:ext>
            </a:extLst>
          </p:cNvPr>
          <p:cNvCxnSpPr>
            <a:cxnSpLocks/>
          </p:cNvCxnSpPr>
          <p:nvPr/>
        </p:nvCxnSpPr>
        <p:spPr>
          <a:xfrm flipV="1">
            <a:off x="1050758" y="2688796"/>
            <a:ext cx="0" cy="3128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BD0A28-CF5A-828E-C988-D0B33A5F9DEA}"/>
              </a:ext>
            </a:extLst>
          </p:cNvPr>
          <p:cNvCxnSpPr>
            <a:cxnSpLocks/>
          </p:cNvCxnSpPr>
          <p:nvPr/>
        </p:nvCxnSpPr>
        <p:spPr>
          <a:xfrm>
            <a:off x="1050758" y="2688796"/>
            <a:ext cx="151517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61E52B-695C-48E0-4D2C-B512539D8828}"/>
              </a:ext>
            </a:extLst>
          </p:cNvPr>
          <p:cNvSpPr txBox="1"/>
          <p:nvPr/>
        </p:nvSpPr>
        <p:spPr>
          <a:xfrm rot="16200000">
            <a:off x="370935" y="3822998"/>
            <a:ext cx="1728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 Request</a:t>
            </a:r>
            <a:endParaRPr lang="en-PK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525CF3-AB17-903F-B3CF-31C1EA98CCAF}"/>
              </a:ext>
            </a:extLst>
          </p:cNvPr>
          <p:cNvGrpSpPr/>
          <p:nvPr/>
        </p:nvGrpSpPr>
        <p:grpSpPr>
          <a:xfrm>
            <a:off x="9420113" y="5692298"/>
            <a:ext cx="2771887" cy="1165702"/>
            <a:chOff x="6207154" y="1276616"/>
            <a:chExt cx="2616694" cy="72690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1877CC-EA8C-88ED-F3E6-41B0D9092078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D2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D917F9-5439-F96D-99BB-E76BE01D2C00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9118A7C-9640-5477-911B-2B37A0C3AF1A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66586F-2C37-8AA4-466B-E7B33BC346CF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Sales Database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5C7652-76E4-5BC8-AE23-16B59B17ED26}"/>
              </a:ext>
            </a:extLst>
          </p:cNvPr>
          <p:cNvCxnSpPr>
            <a:cxnSpLocks/>
          </p:cNvCxnSpPr>
          <p:nvPr/>
        </p:nvCxnSpPr>
        <p:spPr>
          <a:xfrm flipV="1">
            <a:off x="3194119" y="3316184"/>
            <a:ext cx="0" cy="3128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B52295-822C-248F-7272-78BC5DAB57BD}"/>
              </a:ext>
            </a:extLst>
          </p:cNvPr>
          <p:cNvCxnSpPr>
            <a:cxnSpLocks/>
          </p:cNvCxnSpPr>
          <p:nvPr/>
        </p:nvCxnSpPr>
        <p:spPr>
          <a:xfrm>
            <a:off x="3207647" y="6445104"/>
            <a:ext cx="6212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F970556-D57C-8612-5B6E-EA950EC521BF}"/>
              </a:ext>
            </a:extLst>
          </p:cNvPr>
          <p:cNvSpPr txBox="1"/>
          <p:nvPr/>
        </p:nvSpPr>
        <p:spPr>
          <a:xfrm>
            <a:off x="7638048" y="6153192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Sales Data</a:t>
            </a:r>
            <a:endParaRPr lang="en-PK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A8837D-9513-DBFE-46BD-18AB8D4ED688}"/>
              </a:ext>
            </a:extLst>
          </p:cNvPr>
          <p:cNvCxnSpPr>
            <a:cxnSpLocks/>
          </p:cNvCxnSpPr>
          <p:nvPr/>
        </p:nvCxnSpPr>
        <p:spPr>
          <a:xfrm>
            <a:off x="2945493" y="6724654"/>
            <a:ext cx="64746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EE105E-A62E-BEEA-DBD6-8F642E8591B1}"/>
              </a:ext>
            </a:extLst>
          </p:cNvPr>
          <p:cNvCxnSpPr>
            <a:cxnSpLocks/>
          </p:cNvCxnSpPr>
          <p:nvPr/>
        </p:nvCxnSpPr>
        <p:spPr>
          <a:xfrm flipV="1">
            <a:off x="2945493" y="3316184"/>
            <a:ext cx="0" cy="3408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8D44338-3E50-C0A8-8799-07C1303DD226}"/>
              </a:ext>
            </a:extLst>
          </p:cNvPr>
          <p:cNvSpPr txBox="1"/>
          <p:nvPr/>
        </p:nvSpPr>
        <p:spPr>
          <a:xfrm rot="16200000">
            <a:off x="2258056" y="5088596"/>
            <a:ext cx="115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Info</a:t>
            </a:r>
            <a:endParaRPr lang="en-PK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67C563-056F-B9C3-20FC-32259DF118FE}"/>
              </a:ext>
            </a:extLst>
          </p:cNvPr>
          <p:cNvCxnSpPr>
            <a:cxnSpLocks/>
          </p:cNvCxnSpPr>
          <p:nvPr/>
        </p:nvCxnSpPr>
        <p:spPr>
          <a:xfrm flipV="1">
            <a:off x="934454" y="2532087"/>
            <a:ext cx="1631481" cy="12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A2E0D00-3525-A6A3-6607-8A91C489C713}"/>
              </a:ext>
            </a:extLst>
          </p:cNvPr>
          <p:cNvCxnSpPr>
            <a:cxnSpLocks/>
          </p:cNvCxnSpPr>
          <p:nvPr/>
        </p:nvCxnSpPr>
        <p:spPr>
          <a:xfrm>
            <a:off x="934454" y="2532087"/>
            <a:ext cx="0" cy="3238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838798-C294-CE01-E583-823EF3412E39}"/>
              </a:ext>
            </a:extLst>
          </p:cNvPr>
          <p:cNvSpPr txBox="1"/>
          <p:nvPr/>
        </p:nvSpPr>
        <p:spPr>
          <a:xfrm rot="16200000">
            <a:off x="66594" y="4340981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Report</a:t>
            </a:r>
            <a:endParaRPr lang="en-PK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FC7B9C-EAFA-247B-78F8-22D122D25351}"/>
              </a:ext>
            </a:extLst>
          </p:cNvPr>
          <p:cNvCxnSpPr>
            <a:cxnSpLocks/>
          </p:cNvCxnSpPr>
          <p:nvPr/>
        </p:nvCxnSpPr>
        <p:spPr>
          <a:xfrm flipV="1">
            <a:off x="6978316" y="2688796"/>
            <a:ext cx="0" cy="34643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33B1C2-7848-994C-8780-0078DA5D6518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978316" y="2688798"/>
            <a:ext cx="1066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AA3E2B-2BCA-C673-52C5-EADD17C67B32}"/>
              </a:ext>
            </a:extLst>
          </p:cNvPr>
          <p:cNvCxnSpPr>
            <a:cxnSpLocks/>
          </p:cNvCxnSpPr>
          <p:nvPr/>
        </p:nvCxnSpPr>
        <p:spPr>
          <a:xfrm>
            <a:off x="1235242" y="6153192"/>
            <a:ext cx="57430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569E915-22C0-A996-0D3B-D429572DC721}"/>
              </a:ext>
            </a:extLst>
          </p:cNvPr>
          <p:cNvSpPr txBox="1"/>
          <p:nvPr/>
        </p:nvSpPr>
        <p:spPr>
          <a:xfrm rot="16200000">
            <a:off x="6018701" y="3939787"/>
            <a:ext cx="2297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Add/Delete/Edit User</a:t>
            </a:r>
            <a:endParaRPr lang="en-PK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255B5DC-3BB7-CDC9-2EF5-98DA26FB0BA2}"/>
              </a:ext>
            </a:extLst>
          </p:cNvPr>
          <p:cNvGrpSpPr/>
          <p:nvPr/>
        </p:nvGrpSpPr>
        <p:grpSpPr>
          <a:xfrm>
            <a:off x="9420113" y="4151317"/>
            <a:ext cx="2771887" cy="1165702"/>
            <a:chOff x="6207154" y="1276616"/>
            <a:chExt cx="2616694" cy="726904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FDCE8F4-8ECC-E0F6-4A3E-35DFA8F16412}"/>
                </a:ext>
              </a:extLst>
            </p:cNvPr>
            <p:cNvSpPr/>
            <p:nvPr/>
          </p:nvSpPr>
          <p:spPr>
            <a:xfrm>
              <a:off x="6207154" y="1276616"/>
              <a:ext cx="707231" cy="72690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/>
                <a:t>D5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0EB2F16-348C-8138-980C-B8CA46657D47}"/>
                </a:ext>
              </a:extLst>
            </p:cNvPr>
            <p:cNvCxnSpPr/>
            <p:nvPr/>
          </p:nvCxnSpPr>
          <p:spPr>
            <a:xfrm>
              <a:off x="6914385" y="1276616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409524D-6493-27D3-0427-F3A03283699F}"/>
                </a:ext>
              </a:extLst>
            </p:cNvPr>
            <p:cNvCxnSpPr/>
            <p:nvPr/>
          </p:nvCxnSpPr>
          <p:spPr>
            <a:xfrm>
              <a:off x="6914385" y="2003520"/>
              <a:ext cx="1909463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1480AE4-68C3-BDC0-42CB-54581C92B5CE}"/>
                </a:ext>
              </a:extLst>
            </p:cNvPr>
            <p:cNvSpPr txBox="1"/>
            <p:nvPr/>
          </p:nvSpPr>
          <p:spPr>
            <a:xfrm>
              <a:off x="6914385" y="1325411"/>
              <a:ext cx="1909462" cy="59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  <a:latin typeface="Arial" charset="0"/>
                  <a:cs typeface="Arial" charset="0"/>
                </a:rPr>
                <a:t>User Database</a:t>
              </a: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F5C5DB8-A859-CB89-5CAA-F1F38B1FBE00}"/>
              </a:ext>
            </a:extLst>
          </p:cNvPr>
          <p:cNvCxnSpPr>
            <a:cxnSpLocks/>
          </p:cNvCxnSpPr>
          <p:nvPr/>
        </p:nvCxnSpPr>
        <p:spPr>
          <a:xfrm>
            <a:off x="9287856" y="2801536"/>
            <a:ext cx="13159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B123D95-4826-DEA2-D5AD-8C1FDDF0D4B9}"/>
              </a:ext>
            </a:extLst>
          </p:cNvPr>
          <p:cNvCxnSpPr>
            <a:cxnSpLocks/>
          </p:cNvCxnSpPr>
          <p:nvPr/>
        </p:nvCxnSpPr>
        <p:spPr>
          <a:xfrm>
            <a:off x="10603832" y="2801763"/>
            <a:ext cx="0" cy="132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EC7AFE3-4ACE-888C-48A0-FE985DE84E24}"/>
              </a:ext>
            </a:extLst>
          </p:cNvPr>
          <p:cNvSpPr txBox="1"/>
          <p:nvPr/>
        </p:nvSpPr>
        <p:spPr>
          <a:xfrm>
            <a:off x="9319312" y="2504130"/>
            <a:ext cx="169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User Data</a:t>
            </a:r>
            <a:endParaRPr lang="en-PK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23B61C3-0AD0-3BD3-F0E0-2375065748C7}"/>
              </a:ext>
            </a:extLst>
          </p:cNvPr>
          <p:cNvCxnSpPr>
            <a:cxnSpLocks/>
          </p:cNvCxnSpPr>
          <p:nvPr/>
        </p:nvCxnSpPr>
        <p:spPr>
          <a:xfrm flipV="1">
            <a:off x="11180644" y="2438510"/>
            <a:ext cx="0" cy="17128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E826FC7-44B2-5FAF-92B7-1D117DF22F7F}"/>
              </a:ext>
            </a:extLst>
          </p:cNvPr>
          <p:cNvCxnSpPr>
            <a:cxnSpLocks/>
          </p:cNvCxnSpPr>
          <p:nvPr/>
        </p:nvCxnSpPr>
        <p:spPr>
          <a:xfrm flipH="1">
            <a:off x="9319312" y="2438510"/>
            <a:ext cx="1861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66E2F6C-C6F3-B3DC-E2AA-919942A09C25}"/>
              </a:ext>
            </a:extLst>
          </p:cNvPr>
          <p:cNvSpPr txBox="1"/>
          <p:nvPr/>
        </p:nvSpPr>
        <p:spPr>
          <a:xfrm>
            <a:off x="9597427" y="2146895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Info</a:t>
            </a:r>
            <a:endParaRPr lang="en-PK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BA51A0-DC13-E9D8-C42A-970D5667BF10}"/>
              </a:ext>
            </a:extLst>
          </p:cNvPr>
          <p:cNvCxnSpPr>
            <a:cxnSpLocks/>
          </p:cNvCxnSpPr>
          <p:nvPr/>
        </p:nvCxnSpPr>
        <p:spPr>
          <a:xfrm>
            <a:off x="5759116" y="2397773"/>
            <a:ext cx="22826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7E0EDE4-85F1-A62A-28AD-DDB60CCCF547}"/>
              </a:ext>
            </a:extLst>
          </p:cNvPr>
          <p:cNvCxnSpPr>
            <a:cxnSpLocks/>
          </p:cNvCxnSpPr>
          <p:nvPr/>
        </p:nvCxnSpPr>
        <p:spPr>
          <a:xfrm flipV="1">
            <a:off x="5759116" y="2397773"/>
            <a:ext cx="0" cy="3594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9C79345-2873-5E08-8085-FBD81A7F429F}"/>
              </a:ext>
            </a:extLst>
          </p:cNvPr>
          <p:cNvCxnSpPr>
            <a:cxnSpLocks/>
          </p:cNvCxnSpPr>
          <p:nvPr/>
        </p:nvCxnSpPr>
        <p:spPr>
          <a:xfrm flipH="1">
            <a:off x="1235242" y="5991836"/>
            <a:ext cx="4523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0B0D998-DFC8-01DD-8982-38735383DD83}"/>
              </a:ext>
            </a:extLst>
          </p:cNvPr>
          <p:cNvSpPr txBox="1"/>
          <p:nvPr/>
        </p:nvSpPr>
        <p:spPr>
          <a:xfrm rot="16200000">
            <a:off x="4542275" y="3717477"/>
            <a:ext cx="2795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Update Confirmation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496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F19C9-B55D-8B66-7C2C-DA9540A9E7E4}"/>
              </a:ext>
            </a:extLst>
          </p:cNvPr>
          <p:cNvSpPr txBox="1"/>
          <p:nvPr/>
        </p:nvSpPr>
        <p:spPr>
          <a:xfrm>
            <a:off x="3577390" y="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Departmental Store Management System</a:t>
            </a:r>
            <a:endParaRPr lang="en-PK" sz="2000" b="1" u="sng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27D95D8-B09F-478D-B153-4DB90A30FCB4}"/>
              </a:ext>
            </a:extLst>
          </p:cNvPr>
          <p:cNvGrpSpPr/>
          <p:nvPr/>
        </p:nvGrpSpPr>
        <p:grpSpPr>
          <a:xfrm>
            <a:off x="5608336" y="512080"/>
            <a:ext cx="473584" cy="895631"/>
            <a:chOff x="762000" y="2057400"/>
            <a:chExt cx="457200" cy="1143000"/>
          </a:xfrm>
        </p:grpSpPr>
        <p:sp>
          <p:nvSpPr>
            <p:cNvPr id="35" name="Oval 8">
              <a:extLst>
                <a:ext uri="{FF2B5EF4-FFF2-40B4-BE49-F238E27FC236}">
                  <a16:creationId xmlns:a16="http://schemas.microsoft.com/office/drawing/2014/main" id="{EA2D6B2B-DF2A-45C5-1FBA-6BCB096F3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05740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9">
              <a:extLst>
                <a:ext uri="{FF2B5EF4-FFF2-40B4-BE49-F238E27FC236}">
                  <a16:creationId xmlns:a16="http://schemas.microsoft.com/office/drawing/2014/main" id="{3EC8A155-0368-07A8-AF11-B42A58905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3622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70942378-1911-F7DA-BD93-100EC6176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590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6531C313-2BF9-348C-29E0-254F71CEA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D31A15BB-FF44-D829-380E-E83A24D92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C5A0A9-9005-2EED-4394-29018B18ADE4}"/>
              </a:ext>
            </a:extLst>
          </p:cNvPr>
          <p:cNvGrpSpPr/>
          <p:nvPr/>
        </p:nvGrpSpPr>
        <p:grpSpPr>
          <a:xfrm>
            <a:off x="9332452" y="530279"/>
            <a:ext cx="473584" cy="895631"/>
            <a:chOff x="762000" y="2057400"/>
            <a:chExt cx="457200" cy="1143000"/>
          </a:xfrm>
        </p:grpSpPr>
        <p:sp>
          <p:nvSpPr>
            <p:cNvPr id="41" name="Oval 8">
              <a:extLst>
                <a:ext uri="{FF2B5EF4-FFF2-40B4-BE49-F238E27FC236}">
                  <a16:creationId xmlns:a16="http://schemas.microsoft.com/office/drawing/2014/main" id="{BCFFB605-AC35-B002-E680-409447E42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05740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9">
              <a:extLst>
                <a:ext uri="{FF2B5EF4-FFF2-40B4-BE49-F238E27FC236}">
                  <a16:creationId xmlns:a16="http://schemas.microsoft.com/office/drawing/2014/main" id="{002D6FC9-D12B-080B-ECD3-76637697E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3622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72150ECD-9F07-8251-F2B0-46743C4F1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590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E65DFF19-2D78-24DF-8373-1ECFCC87C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id="{13D50091-9AE7-3039-3947-CFBF44631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09E8A35-7E40-7E27-0BFE-81D6E3F57328}"/>
              </a:ext>
            </a:extLst>
          </p:cNvPr>
          <p:cNvGrpSpPr/>
          <p:nvPr/>
        </p:nvGrpSpPr>
        <p:grpSpPr>
          <a:xfrm>
            <a:off x="7465297" y="601651"/>
            <a:ext cx="473584" cy="895631"/>
            <a:chOff x="762000" y="2057400"/>
            <a:chExt cx="457200" cy="1143000"/>
          </a:xfrm>
        </p:grpSpPr>
        <p:sp>
          <p:nvSpPr>
            <p:cNvPr id="47" name="Oval 8">
              <a:extLst>
                <a:ext uri="{FF2B5EF4-FFF2-40B4-BE49-F238E27FC236}">
                  <a16:creationId xmlns:a16="http://schemas.microsoft.com/office/drawing/2014/main" id="{EEEA450D-4DA3-C419-E972-0F0250E8C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05740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0B0A28B4-69BE-039E-FFEC-F3E9899F3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3622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5918D8DF-F819-03BF-B7FB-3E1AFB1CD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590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11">
              <a:extLst>
                <a:ext uri="{FF2B5EF4-FFF2-40B4-BE49-F238E27FC236}">
                  <a16:creationId xmlns:a16="http://schemas.microsoft.com/office/drawing/2014/main" id="{D100A3A2-E871-3765-405D-5A3CEBBD6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Line 12">
              <a:extLst>
                <a:ext uri="{FF2B5EF4-FFF2-40B4-BE49-F238E27FC236}">
                  <a16:creationId xmlns:a16="http://schemas.microsoft.com/office/drawing/2014/main" id="{788FBFD5-2A57-3AE3-F2B7-DF7B43631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C4E8891-C72F-BA22-0BB6-6D602BF9048C}"/>
              </a:ext>
            </a:extLst>
          </p:cNvPr>
          <p:cNvGrpSpPr/>
          <p:nvPr/>
        </p:nvGrpSpPr>
        <p:grpSpPr>
          <a:xfrm>
            <a:off x="11278537" y="530279"/>
            <a:ext cx="473584" cy="895631"/>
            <a:chOff x="762000" y="2057400"/>
            <a:chExt cx="457200" cy="1143000"/>
          </a:xfrm>
        </p:grpSpPr>
        <p:sp>
          <p:nvSpPr>
            <p:cNvPr id="53" name="Oval 8">
              <a:extLst>
                <a:ext uri="{FF2B5EF4-FFF2-40B4-BE49-F238E27FC236}">
                  <a16:creationId xmlns:a16="http://schemas.microsoft.com/office/drawing/2014/main" id="{860BB6E8-FD3D-D9AC-6DAF-BCCC78B17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05740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9">
              <a:extLst>
                <a:ext uri="{FF2B5EF4-FFF2-40B4-BE49-F238E27FC236}">
                  <a16:creationId xmlns:a16="http://schemas.microsoft.com/office/drawing/2014/main" id="{0228DC49-380A-2BD3-072A-D5FAFB099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3622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Line 10">
              <a:extLst>
                <a:ext uri="{FF2B5EF4-FFF2-40B4-BE49-F238E27FC236}">
                  <a16:creationId xmlns:a16="http://schemas.microsoft.com/office/drawing/2014/main" id="{7A750C2B-31F4-A3D8-5E63-875B4E789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590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1">
              <a:extLst>
                <a:ext uri="{FF2B5EF4-FFF2-40B4-BE49-F238E27FC236}">
                  <a16:creationId xmlns:a16="http://schemas.microsoft.com/office/drawing/2014/main" id="{936CFF74-830D-3A0C-6A9E-598D52557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2">
              <a:extLst>
                <a:ext uri="{FF2B5EF4-FFF2-40B4-BE49-F238E27FC236}">
                  <a16:creationId xmlns:a16="http://schemas.microsoft.com/office/drawing/2014/main" id="{9EABAB04-D26C-E670-64B1-B10619FB7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76325AE-C770-CB9A-7AA1-1FEFE3E5C1B3}"/>
              </a:ext>
            </a:extLst>
          </p:cNvPr>
          <p:cNvGrpSpPr/>
          <p:nvPr/>
        </p:nvGrpSpPr>
        <p:grpSpPr>
          <a:xfrm>
            <a:off x="3267598" y="548519"/>
            <a:ext cx="473584" cy="895631"/>
            <a:chOff x="762000" y="2057400"/>
            <a:chExt cx="457200" cy="1143000"/>
          </a:xfrm>
        </p:grpSpPr>
        <p:sp>
          <p:nvSpPr>
            <p:cNvPr id="59" name="Oval 8">
              <a:extLst>
                <a:ext uri="{FF2B5EF4-FFF2-40B4-BE49-F238E27FC236}">
                  <a16:creationId xmlns:a16="http://schemas.microsoft.com/office/drawing/2014/main" id="{E137CB17-2C24-5BDB-6C78-3BA923C81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05740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F0244AD2-E237-3804-A243-A60A03695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3622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49A0CD9C-5DE1-F5B2-B653-3770F91A9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590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A41A4A5C-7AB1-A890-2097-3DD19168C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12">
              <a:extLst>
                <a:ext uri="{FF2B5EF4-FFF2-40B4-BE49-F238E27FC236}">
                  <a16:creationId xmlns:a16="http://schemas.microsoft.com/office/drawing/2014/main" id="{21017F9D-8758-0658-25F8-39458FA8D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60551E-EC25-91B9-6735-DC36C23D00A2}"/>
              </a:ext>
            </a:extLst>
          </p:cNvPr>
          <p:cNvGrpSpPr/>
          <p:nvPr/>
        </p:nvGrpSpPr>
        <p:grpSpPr>
          <a:xfrm>
            <a:off x="775058" y="498789"/>
            <a:ext cx="473584" cy="895631"/>
            <a:chOff x="762000" y="2057400"/>
            <a:chExt cx="457200" cy="1143000"/>
          </a:xfrm>
        </p:grpSpPr>
        <p:sp>
          <p:nvSpPr>
            <p:cNvPr id="65" name="Oval 8">
              <a:extLst>
                <a:ext uri="{FF2B5EF4-FFF2-40B4-BE49-F238E27FC236}">
                  <a16:creationId xmlns:a16="http://schemas.microsoft.com/office/drawing/2014/main" id="{B97FBD04-8CF8-9785-8F96-83AFEC3D2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05740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9">
              <a:extLst>
                <a:ext uri="{FF2B5EF4-FFF2-40B4-BE49-F238E27FC236}">
                  <a16:creationId xmlns:a16="http://schemas.microsoft.com/office/drawing/2014/main" id="{489F04F6-A386-9D2C-7F34-CF8D1D997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3622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0">
              <a:extLst>
                <a:ext uri="{FF2B5EF4-FFF2-40B4-BE49-F238E27FC236}">
                  <a16:creationId xmlns:a16="http://schemas.microsoft.com/office/drawing/2014/main" id="{1391D4BE-A9CD-87AE-E09B-0B8F3EE1D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590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21C9C144-5C91-12C8-E693-DC72BA4687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B4ED6A82-EB56-A72C-CB12-F7C1B0E3A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2895600"/>
              <a:ext cx="228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AA7BAB8-F6C4-F1B0-D9CF-42FDD22A2D12}"/>
              </a:ext>
            </a:extLst>
          </p:cNvPr>
          <p:cNvCxnSpPr>
            <a:cxnSpLocks/>
          </p:cNvCxnSpPr>
          <p:nvPr/>
        </p:nvCxnSpPr>
        <p:spPr>
          <a:xfrm>
            <a:off x="994951" y="1823471"/>
            <a:ext cx="0" cy="503452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0C4BCF4-95DC-A101-8827-D27255F4917A}"/>
              </a:ext>
            </a:extLst>
          </p:cNvPr>
          <p:cNvCxnSpPr>
            <a:cxnSpLocks/>
          </p:cNvCxnSpPr>
          <p:nvPr/>
        </p:nvCxnSpPr>
        <p:spPr>
          <a:xfrm>
            <a:off x="3467954" y="1823470"/>
            <a:ext cx="0" cy="503452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7E01FB6-1FA8-97F9-B21D-02738F44D9EC}"/>
              </a:ext>
            </a:extLst>
          </p:cNvPr>
          <p:cNvCxnSpPr>
            <a:cxnSpLocks/>
          </p:cNvCxnSpPr>
          <p:nvPr/>
        </p:nvCxnSpPr>
        <p:spPr>
          <a:xfrm>
            <a:off x="5845128" y="1823471"/>
            <a:ext cx="0" cy="503452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F38AAE9-5A93-68D5-F22F-22EE08CC7DAE}"/>
              </a:ext>
            </a:extLst>
          </p:cNvPr>
          <p:cNvCxnSpPr>
            <a:cxnSpLocks/>
          </p:cNvCxnSpPr>
          <p:nvPr/>
        </p:nvCxnSpPr>
        <p:spPr>
          <a:xfrm>
            <a:off x="7702089" y="1823469"/>
            <a:ext cx="0" cy="503452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B41E5E1-CDDF-EC79-0D4E-A6E7879D491A}"/>
              </a:ext>
            </a:extLst>
          </p:cNvPr>
          <p:cNvCxnSpPr>
            <a:cxnSpLocks/>
          </p:cNvCxnSpPr>
          <p:nvPr/>
        </p:nvCxnSpPr>
        <p:spPr>
          <a:xfrm>
            <a:off x="9569244" y="1824815"/>
            <a:ext cx="0" cy="503452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5366AEB-4832-18F5-790C-0F1F0FC49C93}"/>
              </a:ext>
            </a:extLst>
          </p:cNvPr>
          <p:cNvCxnSpPr>
            <a:cxnSpLocks/>
          </p:cNvCxnSpPr>
          <p:nvPr/>
        </p:nvCxnSpPr>
        <p:spPr>
          <a:xfrm>
            <a:off x="11505136" y="1823468"/>
            <a:ext cx="0" cy="503452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83CB5DC-54D4-4734-945D-4021122AC408}"/>
              </a:ext>
            </a:extLst>
          </p:cNvPr>
          <p:cNvCxnSpPr>
            <a:cxnSpLocks/>
          </p:cNvCxnSpPr>
          <p:nvPr/>
        </p:nvCxnSpPr>
        <p:spPr>
          <a:xfrm>
            <a:off x="994951" y="2261937"/>
            <a:ext cx="2473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C274132-8994-BE35-D8F7-B192E858ED75}"/>
              </a:ext>
            </a:extLst>
          </p:cNvPr>
          <p:cNvCxnSpPr>
            <a:cxnSpLocks/>
          </p:cNvCxnSpPr>
          <p:nvPr/>
        </p:nvCxnSpPr>
        <p:spPr>
          <a:xfrm>
            <a:off x="994950" y="3388895"/>
            <a:ext cx="2473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8BF32BB-F06E-E894-5A43-6F25F501331D}"/>
              </a:ext>
            </a:extLst>
          </p:cNvPr>
          <p:cNvCxnSpPr>
            <a:cxnSpLocks/>
          </p:cNvCxnSpPr>
          <p:nvPr/>
        </p:nvCxnSpPr>
        <p:spPr>
          <a:xfrm>
            <a:off x="994949" y="4340732"/>
            <a:ext cx="2473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D8BF95B-CD37-4E23-1284-65BD9A463572}"/>
              </a:ext>
            </a:extLst>
          </p:cNvPr>
          <p:cNvCxnSpPr>
            <a:cxnSpLocks/>
          </p:cNvCxnSpPr>
          <p:nvPr/>
        </p:nvCxnSpPr>
        <p:spPr>
          <a:xfrm>
            <a:off x="994949" y="5478379"/>
            <a:ext cx="2473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7FAF842-32F4-9B11-A6D7-BBBFEC84560A}"/>
              </a:ext>
            </a:extLst>
          </p:cNvPr>
          <p:cNvCxnSpPr>
            <a:cxnSpLocks/>
          </p:cNvCxnSpPr>
          <p:nvPr/>
        </p:nvCxnSpPr>
        <p:spPr>
          <a:xfrm>
            <a:off x="994949" y="6585284"/>
            <a:ext cx="2473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81889FF-0D24-8F14-1D11-FB97C6341A08}"/>
              </a:ext>
            </a:extLst>
          </p:cNvPr>
          <p:cNvCxnSpPr>
            <a:cxnSpLocks/>
          </p:cNvCxnSpPr>
          <p:nvPr/>
        </p:nvCxnSpPr>
        <p:spPr>
          <a:xfrm>
            <a:off x="3467952" y="2478505"/>
            <a:ext cx="2377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3E566BF-C227-CB1D-1067-8E501E360410}"/>
              </a:ext>
            </a:extLst>
          </p:cNvPr>
          <p:cNvCxnSpPr>
            <a:cxnSpLocks/>
          </p:cNvCxnSpPr>
          <p:nvPr/>
        </p:nvCxnSpPr>
        <p:spPr>
          <a:xfrm>
            <a:off x="3467952" y="2803357"/>
            <a:ext cx="421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BAB730D-2268-EB5D-3672-99AC16FBAA4D}"/>
              </a:ext>
            </a:extLst>
          </p:cNvPr>
          <p:cNvCxnSpPr>
            <a:cxnSpLocks/>
          </p:cNvCxnSpPr>
          <p:nvPr/>
        </p:nvCxnSpPr>
        <p:spPr>
          <a:xfrm>
            <a:off x="3442607" y="3169544"/>
            <a:ext cx="2377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331AC7A-811A-9D50-E3D5-6494504D9457}"/>
              </a:ext>
            </a:extLst>
          </p:cNvPr>
          <p:cNvCxnSpPr>
            <a:cxnSpLocks/>
          </p:cNvCxnSpPr>
          <p:nvPr/>
        </p:nvCxnSpPr>
        <p:spPr>
          <a:xfrm>
            <a:off x="3467952" y="3465646"/>
            <a:ext cx="421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565EEA2-241E-8E28-F2E1-2F0891165C80}"/>
              </a:ext>
            </a:extLst>
          </p:cNvPr>
          <p:cNvCxnSpPr>
            <a:cxnSpLocks/>
          </p:cNvCxnSpPr>
          <p:nvPr/>
        </p:nvCxnSpPr>
        <p:spPr>
          <a:xfrm>
            <a:off x="3490520" y="4400461"/>
            <a:ext cx="421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F080957-AB1E-7DDF-AB84-E9C19C65CBA2}"/>
              </a:ext>
            </a:extLst>
          </p:cNvPr>
          <p:cNvCxnSpPr>
            <a:cxnSpLocks/>
          </p:cNvCxnSpPr>
          <p:nvPr/>
        </p:nvCxnSpPr>
        <p:spPr>
          <a:xfrm>
            <a:off x="3504390" y="4784558"/>
            <a:ext cx="421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D043362-AB7F-2760-F57E-AA1039684889}"/>
              </a:ext>
            </a:extLst>
          </p:cNvPr>
          <p:cNvSpPr txBox="1"/>
          <p:nvPr/>
        </p:nvSpPr>
        <p:spPr>
          <a:xfrm>
            <a:off x="421432" y="1359990"/>
            <a:ext cx="11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  <a:endParaRPr lang="en-PK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980DC3F-7A21-DCF4-A09F-B9A4F5B36812}"/>
              </a:ext>
            </a:extLst>
          </p:cNvPr>
          <p:cNvSpPr txBox="1"/>
          <p:nvPr/>
        </p:nvSpPr>
        <p:spPr>
          <a:xfrm>
            <a:off x="3010261" y="144858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Cashier</a:t>
            </a:r>
            <a:endParaRPr lang="en-PK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7BA5A50-7A85-6593-F7DD-8AE2F4C1F5D1}"/>
              </a:ext>
            </a:extLst>
          </p:cNvPr>
          <p:cNvSpPr txBox="1"/>
          <p:nvPr/>
        </p:nvSpPr>
        <p:spPr>
          <a:xfrm>
            <a:off x="5347999" y="1360557"/>
            <a:ext cx="921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</a:t>
            </a:r>
            <a:endParaRPr lang="en-PK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A6817B-D1DC-C53E-2008-238552934EA9}"/>
              </a:ext>
            </a:extLst>
          </p:cNvPr>
          <p:cNvSpPr txBox="1"/>
          <p:nvPr/>
        </p:nvSpPr>
        <p:spPr>
          <a:xfrm>
            <a:off x="6643690" y="1409616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Inventory Database</a:t>
            </a:r>
            <a:endParaRPr lang="en-PK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9D4C76C-97C2-FA2C-F738-F1865851789D}"/>
              </a:ext>
            </a:extLst>
          </p:cNvPr>
          <p:cNvSpPr txBox="1"/>
          <p:nvPr/>
        </p:nvSpPr>
        <p:spPr>
          <a:xfrm>
            <a:off x="8698266" y="1409616"/>
            <a:ext cx="1978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 Gateway</a:t>
            </a:r>
            <a:endParaRPr lang="en-PK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C509798-7861-3AD8-2886-8A2118986FCA}"/>
              </a:ext>
            </a:extLst>
          </p:cNvPr>
          <p:cNvSpPr txBox="1"/>
          <p:nvPr/>
        </p:nvSpPr>
        <p:spPr>
          <a:xfrm>
            <a:off x="10568116" y="1409616"/>
            <a:ext cx="165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Receipt Printer</a:t>
            </a:r>
            <a:endParaRPr lang="en-PK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90FEC42-506D-B4D8-4792-E127F73AE7F9}"/>
              </a:ext>
            </a:extLst>
          </p:cNvPr>
          <p:cNvSpPr txBox="1"/>
          <p:nvPr/>
        </p:nvSpPr>
        <p:spPr>
          <a:xfrm>
            <a:off x="1443172" y="1945599"/>
            <a:ext cx="17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Search Product</a:t>
            </a:r>
            <a:endParaRPr lang="en-PK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324417A-2B6F-5CE5-70B2-A1B29B6D6038}"/>
              </a:ext>
            </a:extLst>
          </p:cNvPr>
          <p:cNvSpPr txBox="1"/>
          <p:nvPr/>
        </p:nvSpPr>
        <p:spPr>
          <a:xfrm>
            <a:off x="1139995" y="3096314"/>
            <a:ext cx="2245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 Product Details</a:t>
            </a:r>
            <a:endParaRPr lang="en-PK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F1FEC4D-E455-86D8-B55B-03011A2A5EC9}"/>
              </a:ext>
            </a:extLst>
          </p:cNvPr>
          <p:cNvSpPr txBox="1"/>
          <p:nvPr/>
        </p:nvSpPr>
        <p:spPr>
          <a:xfrm>
            <a:off x="1431888" y="4031129"/>
            <a:ext cx="1769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Item to cart</a:t>
            </a:r>
            <a:endParaRPr lang="en-PK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C0E0878-5669-8A66-77F9-9A9FE951B77A}"/>
              </a:ext>
            </a:extLst>
          </p:cNvPr>
          <p:cNvSpPr txBox="1"/>
          <p:nvPr/>
        </p:nvSpPr>
        <p:spPr>
          <a:xfrm>
            <a:off x="1596160" y="5125219"/>
            <a:ext cx="114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 Cart</a:t>
            </a:r>
            <a:endParaRPr lang="en-PK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B4E6B8D-19F3-9A36-A342-344DC3C1F3A8}"/>
              </a:ext>
            </a:extLst>
          </p:cNvPr>
          <p:cNvSpPr txBox="1"/>
          <p:nvPr/>
        </p:nvSpPr>
        <p:spPr>
          <a:xfrm>
            <a:off x="1677362" y="6246694"/>
            <a:ext cx="136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Place Order</a:t>
            </a:r>
            <a:endParaRPr lang="en-PK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07A9231-D413-BCFD-1993-AA1618B559ED}"/>
              </a:ext>
            </a:extLst>
          </p:cNvPr>
          <p:cNvSpPr txBox="1"/>
          <p:nvPr/>
        </p:nvSpPr>
        <p:spPr>
          <a:xfrm>
            <a:off x="3718590" y="2130265"/>
            <a:ext cx="198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Fetch Product List</a:t>
            </a:r>
            <a:endParaRPr lang="en-PK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7B966CF-8326-C1C4-B5D2-86360E254ADB}"/>
              </a:ext>
            </a:extLst>
          </p:cNvPr>
          <p:cNvSpPr txBox="1"/>
          <p:nvPr/>
        </p:nvSpPr>
        <p:spPr>
          <a:xfrm>
            <a:off x="5901287" y="2532744"/>
            <a:ext cx="172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Details</a:t>
            </a:r>
            <a:endParaRPr lang="en-PK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FD56541-7E94-CECC-CFA7-DD13740ADA4A}"/>
              </a:ext>
            </a:extLst>
          </p:cNvPr>
          <p:cNvSpPr txBox="1"/>
          <p:nvPr/>
        </p:nvSpPr>
        <p:spPr>
          <a:xfrm>
            <a:off x="3490520" y="2872088"/>
            <a:ext cx="225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Retrieve Product Info</a:t>
            </a:r>
            <a:endParaRPr lang="en-PK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1F7287A-9BF0-F600-A8E5-180668819A18}"/>
              </a:ext>
            </a:extLst>
          </p:cNvPr>
          <p:cNvSpPr txBox="1"/>
          <p:nvPr/>
        </p:nvSpPr>
        <p:spPr>
          <a:xfrm>
            <a:off x="6014651" y="3157334"/>
            <a:ext cx="149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Data</a:t>
            </a:r>
            <a:endParaRPr lang="en-PK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882A53-6649-C1F1-FE94-C72A14AFCE29}"/>
              </a:ext>
            </a:extLst>
          </p:cNvPr>
          <p:cNvSpPr txBox="1"/>
          <p:nvPr/>
        </p:nvSpPr>
        <p:spPr>
          <a:xfrm>
            <a:off x="3386434" y="3619571"/>
            <a:ext cx="2541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stock Availability</a:t>
            </a:r>
            <a:endParaRPr lang="en-PK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64B945F-E7D1-1B0D-7DFC-3FC921228B6C}"/>
              </a:ext>
            </a:extLst>
          </p:cNvPr>
          <p:cNvCxnSpPr>
            <a:cxnSpLocks/>
          </p:cNvCxnSpPr>
          <p:nvPr/>
        </p:nvCxnSpPr>
        <p:spPr>
          <a:xfrm>
            <a:off x="3473348" y="3898179"/>
            <a:ext cx="2366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E899C4B-1DE8-2592-B4CC-A3946B132A4C}"/>
              </a:ext>
            </a:extLst>
          </p:cNvPr>
          <p:cNvSpPr txBox="1"/>
          <p:nvPr/>
        </p:nvSpPr>
        <p:spPr>
          <a:xfrm>
            <a:off x="6081920" y="4090236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Status</a:t>
            </a:r>
            <a:endParaRPr lang="en-PK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24F081C-C115-E45D-50BC-8E75088DF773}"/>
              </a:ext>
            </a:extLst>
          </p:cNvPr>
          <p:cNvSpPr txBox="1"/>
          <p:nvPr/>
        </p:nvSpPr>
        <p:spPr>
          <a:xfrm>
            <a:off x="4834498" y="4459568"/>
            <a:ext cx="20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Added to cart</a:t>
            </a:r>
            <a:endParaRPr lang="en-PK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ECBD3DF-4811-806E-0AE5-342AE1749EC7}"/>
              </a:ext>
            </a:extLst>
          </p:cNvPr>
          <p:cNvCxnSpPr>
            <a:cxnSpLocks/>
          </p:cNvCxnSpPr>
          <p:nvPr/>
        </p:nvCxnSpPr>
        <p:spPr>
          <a:xfrm>
            <a:off x="3467952" y="5125219"/>
            <a:ext cx="2366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2606D0E6-52EF-A388-336E-54AAB48D24CC}"/>
              </a:ext>
            </a:extLst>
          </p:cNvPr>
          <p:cNvSpPr txBox="1"/>
          <p:nvPr/>
        </p:nvSpPr>
        <p:spPr>
          <a:xfrm>
            <a:off x="3815858" y="4838523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Initiate Payment</a:t>
            </a:r>
            <a:endParaRPr lang="en-PK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F0C7848-41E5-49CA-38B4-474FC1609DD6}"/>
              </a:ext>
            </a:extLst>
          </p:cNvPr>
          <p:cNvCxnSpPr>
            <a:cxnSpLocks/>
          </p:cNvCxnSpPr>
          <p:nvPr/>
        </p:nvCxnSpPr>
        <p:spPr>
          <a:xfrm>
            <a:off x="3504390" y="5494551"/>
            <a:ext cx="421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57F8FB7-2DC1-E425-2421-2A9891911B8C}"/>
              </a:ext>
            </a:extLst>
          </p:cNvPr>
          <p:cNvSpPr txBox="1"/>
          <p:nvPr/>
        </p:nvSpPr>
        <p:spPr>
          <a:xfrm>
            <a:off x="5827737" y="5195684"/>
            <a:ext cx="190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Payment</a:t>
            </a:r>
            <a:endParaRPr lang="en-PK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451D3DB-E964-E721-E605-FF68CFE5AAAB}"/>
              </a:ext>
            </a:extLst>
          </p:cNvPr>
          <p:cNvCxnSpPr>
            <a:cxnSpLocks/>
          </p:cNvCxnSpPr>
          <p:nvPr/>
        </p:nvCxnSpPr>
        <p:spPr>
          <a:xfrm>
            <a:off x="5845127" y="6023758"/>
            <a:ext cx="18692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22C011E-F4B8-659A-4D5B-F8569F7356D1}"/>
              </a:ext>
            </a:extLst>
          </p:cNvPr>
          <p:cNvSpPr txBox="1"/>
          <p:nvPr/>
        </p:nvSpPr>
        <p:spPr>
          <a:xfrm>
            <a:off x="5819783" y="5717828"/>
            <a:ext cx="190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Payment</a:t>
            </a:r>
            <a:endParaRPr lang="en-PK" dirty="0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8F68131-B917-12F6-1D46-B3F3FDEA6960}"/>
              </a:ext>
            </a:extLst>
          </p:cNvPr>
          <p:cNvCxnSpPr>
            <a:cxnSpLocks/>
          </p:cNvCxnSpPr>
          <p:nvPr/>
        </p:nvCxnSpPr>
        <p:spPr>
          <a:xfrm>
            <a:off x="3490520" y="6616026"/>
            <a:ext cx="421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0B47F6D0-5DA2-6420-EB16-9A3CE204AE6D}"/>
              </a:ext>
            </a:extLst>
          </p:cNvPr>
          <p:cNvSpPr txBox="1"/>
          <p:nvPr/>
        </p:nvSpPr>
        <p:spPr>
          <a:xfrm>
            <a:off x="4999064" y="6318812"/>
            <a:ext cx="209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Stock Level</a:t>
            </a:r>
            <a:endParaRPr lang="en-PK" dirty="0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F1E9130-107C-0273-78C2-9EA1F70FDF34}"/>
              </a:ext>
            </a:extLst>
          </p:cNvPr>
          <p:cNvCxnSpPr>
            <a:cxnSpLocks/>
          </p:cNvCxnSpPr>
          <p:nvPr/>
        </p:nvCxnSpPr>
        <p:spPr>
          <a:xfrm>
            <a:off x="7679520" y="5565016"/>
            <a:ext cx="1889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C308B78-6057-7244-B1BD-A541AC461C65}"/>
              </a:ext>
            </a:extLst>
          </p:cNvPr>
          <p:cNvSpPr txBox="1"/>
          <p:nvPr/>
        </p:nvSpPr>
        <p:spPr>
          <a:xfrm>
            <a:off x="7729259" y="5301593"/>
            <a:ext cx="190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Payment</a:t>
            </a:r>
            <a:endParaRPr lang="en-PK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FE1CA6F-17C6-3179-C688-F129CAABDEC2}"/>
              </a:ext>
            </a:extLst>
          </p:cNvPr>
          <p:cNvCxnSpPr>
            <a:cxnSpLocks/>
          </p:cNvCxnSpPr>
          <p:nvPr/>
        </p:nvCxnSpPr>
        <p:spPr>
          <a:xfrm>
            <a:off x="7731848" y="5894420"/>
            <a:ext cx="37233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7637F37-BF6D-1230-E213-46C0961DC921}"/>
              </a:ext>
            </a:extLst>
          </p:cNvPr>
          <p:cNvSpPr txBox="1"/>
          <p:nvPr/>
        </p:nvSpPr>
        <p:spPr>
          <a:xfrm>
            <a:off x="9541841" y="5564922"/>
            <a:ext cx="205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 Approved</a:t>
            </a:r>
            <a:endParaRPr lang="en-PK" dirty="0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7D7488F-9A47-043D-1E64-50644BDC5BD1}"/>
              </a:ext>
            </a:extLst>
          </p:cNvPr>
          <p:cNvCxnSpPr>
            <a:cxnSpLocks/>
          </p:cNvCxnSpPr>
          <p:nvPr/>
        </p:nvCxnSpPr>
        <p:spPr>
          <a:xfrm>
            <a:off x="7679520" y="6295002"/>
            <a:ext cx="1889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024B8A40-70DF-F348-2079-B041E231575A}"/>
              </a:ext>
            </a:extLst>
          </p:cNvPr>
          <p:cNvSpPr txBox="1"/>
          <p:nvPr/>
        </p:nvSpPr>
        <p:spPr>
          <a:xfrm>
            <a:off x="9872075" y="6188220"/>
            <a:ext cx="1394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receipt</a:t>
            </a:r>
            <a:endParaRPr lang="en-PK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27C6FD1-B364-E4D1-8245-8D1C7B3C1D9D}"/>
              </a:ext>
            </a:extLst>
          </p:cNvPr>
          <p:cNvSpPr txBox="1"/>
          <p:nvPr/>
        </p:nvSpPr>
        <p:spPr>
          <a:xfrm>
            <a:off x="7845194" y="5990150"/>
            <a:ext cx="165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Updated</a:t>
            </a:r>
            <a:endParaRPr lang="en-PK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3215728-4FE2-5B1F-816F-7D076A1D4F02}"/>
              </a:ext>
            </a:extLst>
          </p:cNvPr>
          <p:cNvCxnSpPr>
            <a:cxnSpLocks/>
          </p:cNvCxnSpPr>
          <p:nvPr/>
        </p:nvCxnSpPr>
        <p:spPr>
          <a:xfrm>
            <a:off x="7731848" y="6518720"/>
            <a:ext cx="37233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6717B46F-0607-5F96-C311-82492A067131}"/>
              </a:ext>
            </a:extLst>
          </p:cNvPr>
          <p:cNvCxnSpPr>
            <a:cxnSpLocks/>
          </p:cNvCxnSpPr>
          <p:nvPr/>
        </p:nvCxnSpPr>
        <p:spPr>
          <a:xfrm>
            <a:off x="7723894" y="6857997"/>
            <a:ext cx="37233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78DC6E97-585E-2F46-4489-703C98968E49}"/>
              </a:ext>
            </a:extLst>
          </p:cNvPr>
          <p:cNvSpPr txBox="1"/>
          <p:nvPr/>
        </p:nvSpPr>
        <p:spPr>
          <a:xfrm>
            <a:off x="9606699" y="6518720"/>
            <a:ext cx="1922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Completed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8274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18D925-4751-CFAB-0789-F375A39F0D26}"/>
              </a:ext>
            </a:extLst>
          </p:cNvPr>
          <p:cNvSpPr/>
          <p:nvPr/>
        </p:nvSpPr>
        <p:spPr>
          <a:xfrm>
            <a:off x="0" y="0"/>
            <a:ext cx="12191999" cy="133149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7B3C3-EE5F-956C-5CAE-720AE602C2CF}"/>
              </a:ext>
            </a:extLst>
          </p:cNvPr>
          <p:cNvSpPr txBox="1"/>
          <p:nvPr/>
        </p:nvSpPr>
        <p:spPr>
          <a:xfrm>
            <a:off x="4668252" y="0"/>
            <a:ext cx="316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Presentation Layer</a:t>
            </a:r>
            <a:endParaRPr lang="en-PK" sz="24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E3B37-C9C9-8482-E2C1-A3C86858CBD6}"/>
              </a:ext>
            </a:extLst>
          </p:cNvPr>
          <p:cNvSpPr txBox="1"/>
          <p:nvPr/>
        </p:nvSpPr>
        <p:spPr>
          <a:xfrm>
            <a:off x="368969" y="481080"/>
            <a:ext cx="2164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Customer Interface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DD277-308C-0D93-3B85-DD5818EC4664}"/>
              </a:ext>
            </a:extLst>
          </p:cNvPr>
          <p:cNvSpPr txBox="1"/>
          <p:nvPr/>
        </p:nvSpPr>
        <p:spPr>
          <a:xfrm>
            <a:off x="3274830" y="527248"/>
            <a:ext cx="194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Cashier Interface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F80A8-0434-4CC1-F7E3-6D8D06137214}"/>
              </a:ext>
            </a:extLst>
          </p:cNvPr>
          <p:cNvSpPr txBox="1"/>
          <p:nvPr/>
        </p:nvSpPr>
        <p:spPr>
          <a:xfrm>
            <a:off x="6180690" y="493930"/>
            <a:ext cx="1478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 Panel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88F3F-616F-ED76-53A5-AE3B1ED80394}"/>
              </a:ext>
            </a:extLst>
          </p:cNvPr>
          <p:cNvSpPr txBox="1"/>
          <p:nvPr/>
        </p:nvSpPr>
        <p:spPr>
          <a:xfrm>
            <a:off x="8493909" y="461665"/>
            <a:ext cx="2666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Inventory Manager Panel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DEA02D-5857-8158-1DDD-08762CDC8993}"/>
              </a:ext>
            </a:extLst>
          </p:cNvPr>
          <p:cNvCxnSpPr>
            <a:cxnSpLocks/>
          </p:cNvCxnSpPr>
          <p:nvPr/>
        </p:nvCxnSpPr>
        <p:spPr>
          <a:xfrm>
            <a:off x="0" y="830997"/>
            <a:ext cx="1219199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BB3BC-308E-4AA4-398B-EC79C11D437F}"/>
              </a:ext>
            </a:extLst>
          </p:cNvPr>
          <p:cNvSpPr txBox="1"/>
          <p:nvPr/>
        </p:nvSpPr>
        <p:spPr>
          <a:xfrm>
            <a:off x="4966736" y="896580"/>
            <a:ext cx="1987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Interface (UI)</a:t>
            </a:r>
            <a:endParaRPr lang="en-PK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1F9650-ADFE-563F-8DA1-65A956F44351}"/>
              </a:ext>
            </a:extLst>
          </p:cNvPr>
          <p:cNvSpPr/>
          <p:nvPr/>
        </p:nvSpPr>
        <p:spPr>
          <a:xfrm>
            <a:off x="1" y="2723945"/>
            <a:ext cx="12191999" cy="133149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F97B41-954F-8859-68ED-A6983AB4F6C9}"/>
              </a:ext>
            </a:extLst>
          </p:cNvPr>
          <p:cNvSpPr/>
          <p:nvPr/>
        </p:nvSpPr>
        <p:spPr>
          <a:xfrm>
            <a:off x="1" y="5447890"/>
            <a:ext cx="12191999" cy="133149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3663891-C668-7A69-59E5-D2C7F2B411E2}"/>
              </a:ext>
            </a:extLst>
          </p:cNvPr>
          <p:cNvCxnSpPr>
            <a:cxnSpLocks/>
          </p:cNvCxnSpPr>
          <p:nvPr/>
        </p:nvCxnSpPr>
        <p:spPr>
          <a:xfrm>
            <a:off x="1619136" y="1355375"/>
            <a:ext cx="0" cy="1368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AF6CAB-2DF3-E3FC-C935-1A4C68DCA02D}"/>
              </a:ext>
            </a:extLst>
          </p:cNvPr>
          <p:cNvCxnSpPr>
            <a:cxnSpLocks/>
          </p:cNvCxnSpPr>
          <p:nvPr/>
        </p:nvCxnSpPr>
        <p:spPr>
          <a:xfrm>
            <a:off x="5653725" y="1355375"/>
            <a:ext cx="0" cy="1368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8FF4E6-730E-A60C-626D-9B1C59514478}"/>
              </a:ext>
            </a:extLst>
          </p:cNvPr>
          <p:cNvCxnSpPr>
            <a:cxnSpLocks/>
          </p:cNvCxnSpPr>
          <p:nvPr/>
        </p:nvCxnSpPr>
        <p:spPr>
          <a:xfrm>
            <a:off x="9827319" y="1355375"/>
            <a:ext cx="0" cy="1368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8B41BA-5747-3989-BD17-7226D59B9CCE}"/>
              </a:ext>
            </a:extLst>
          </p:cNvPr>
          <p:cNvCxnSpPr>
            <a:cxnSpLocks/>
          </p:cNvCxnSpPr>
          <p:nvPr/>
        </p:nvCxnSpPr>
        <p:spPr>
          <a:xfrm>
            <a:off x="1619136" y="4055440"/>
            <a:ext cx="0" cy="1368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3498F0-4F78-8785-F575-618F94572862}"/>
              </a:ext>
            </a:extLst>
          </p:cNvPr>
          <p:cNvCxnSpPr>
            <a:cxnSpLocks/>
          </p:cNvCxnSpPr>
          <p:nvPr/>
        </p:nvCxnSpPr>
        <p:spPr>
          <a:xfrm>
            <a:off x="5596461" y="4079320"/>
            <a:ext cx="0" cy="1368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9F2725-E422-5AB5-362B-B3EFE040AC18}"/>
              </a:ext>
            </a:extLst>
          </p:cNvPr>
          <p:cNvCxnSpPr>
            <a:cxnSpLocks/>
          </p:cNvCxnSpPr>
          <p:nvPr/>
        </p:nvCxnSpPr>
        <p:spPr>
          <a:xfrm>
            <a:off x="9827319" y="4079320"/>
            <a:ext cx="0" cy="13685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C8DB23-E742-EC96-07FC-4F166BE7E637}"/>
              </a:ext>
            </a:extLst>
          </p:cNvPr>
          <p:cNvSpPr txBox="1"/>
          <p:nvPr/>
        </p:nvSpPr>
        <p:spPr>
          <a:xfrm>
            <a:off x="4379228" y="2700065"/>
            <a:ext cx="316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Business Logic Layer</a:t>
            </a:r>
            <a:endParaRPr lang="en-PK" sz="2400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31B491-1A1E-4727-E0CB-11DFD6EE0A7E}"/>
              </a:ext>
            </a:extLst>
          </p:cNvPr>
          <p:cNvSpPr txBox="1"/>
          <p:nvPr/>
        </p:nvSpPr>
        <p:spPr>
          <a:xfrm>
            <a:off x="-1" y="3205026"/>
            <a:ext cx="202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Cart Management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7F3EDF-8B45-E653-8F62-3C22476C4088}"/>
              </a:ext>
            </a:extLst>
          </p:cNvPr>
          <p:cNvCxnSpPr>
            <a:cxnSpLocks/>
          </p:cNvCxnSpPr>
          <p:nvPr/>
        </p:nvCxnSpPr>
        <p:spPr>
          <a:xfrm>
            <a:off x="-1" y="3614302"/>
            <a:ext cx="1219199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1440E8-9E66-326F-217B-063D35D963D0}"/>
              </a:ext>
            </a:extLst>
          </p:cNvPr>
          <p:cNvSpPr txBox="1"/>
          <p:nvPr/>
        </p:nvSpPr>
        <p:spPr>
          <a:xfrm>
            <a:off x="4416708" y="3614302"/>
            <a:ext cx="2882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Application/Business Logic</a:t>
            </a:r>
            <a:endParaRPr lang="en-PK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3A1784-D9DE-FB5F-51FA-A359D4DFE15C}"/>
              </a:ext>
            </a:extLst>
          </p:cNvPr>
          <p:cNvSpPr txBox="1"/>
          <p:nvPr/>
        </p:nvSpPr>
        <p:spPr>
          <a:xfrm>
            <a:off x="1920216" y="3233030"/>
            <a:ext cx="18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Processing</a:t>
            </a:r>
            <a:endParaRPr lang="en-PK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207D8-1C3B-6863-B7C3-05F11085362A}"/>
              </a:ext>
            </a:extLst>
          </p:cNvPr>
          <p:cNvSpPr txBox="1"/>
          <p:nvPr/>
        </p:nvSpPr>
        <p:spPr>
          <a:xfrm>
            <a:off x="3959503" y="3243698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 Handling</a:t>
            </a:r>
            <a:endParaRPr lang="en-P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0B04D9-5445-04F2-8E39-B98072252F2E}"/>
              </a:ext>
            </a:extLst>
          </p:cNvPr>
          <p:cNvSpPr txBox="1"/>
          <p:nvPr/>
        </p:nvSpPr>
        <p:spPr>
          <a:xfrm>
            <a:off x="6076520" y="3243698"/>
            <a:ext cx="1666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Discount Logic</a:t>
            </a:r>
            <a:endParaRPr lang="en-PK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86DAD3-7E6B-D945-1337-04A2C20E270D}"/>
              </a:ext>
            </a:extLst>
          </p:cNvPr>
          <p:cNvSpPr txBox="1"/>
          <p:nvPr/>
        </p:nvSpPr>
        <p:spPr>
          <a:xfrm>
            <a:off x="7910285" y="3256911"/>
            <a:ext cx="2009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 Generation</a:t>
            </a:r>
            <a:endParaRPr lang="en-PK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AB9693-DCFE-D006-73CE-0143C97750AE}"/>
              </a:ext>
            </a:extLst>
          </p:cNvPr>
          <p:cNvSpPr txBox="1"/>
          <p:nvPr/>
        </p:nvSpPr>
        <p:spPr>
          <a:xfrm>
            <a:off x="9943068" y="3268851"/>
            <a:ext cx="1790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 Validation</a:t>
            </a:r>
            <a:endParaRPr lang="en-PK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1D2854-D9D7-AA6D-E020-85FC40BB1868}"/>
              </a:ext>
            </a:extLst>
          </p:cNvPr>
          <p:cNvSpPr txBox="1"/>
          <p:nvPr/>
        </p:nvSpPr>
        <p:spPr>
          <a:xfrm>
            <a:off x="4747996" y="5376084"/>
            <a:ext cx="316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Database Layer</a:t>
            </a:r>
            <a:endParaRPr lang="en-PK" sz="2400" b="1" u="sng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92E0BA-CFCE-61B7-6E76-1D96BDF06D8C}"/>
              </a:ext>
            </a:extLst>
          </p:cNvPr>
          <p:cNvCxnSpPr>
            <a:cxnSpLocks/>
          </p:cNvCxnSpPr>
          <p:nvPr/>
        </p:nvCxnSpPr>
        <p:spPr>
          <a:xfrm>
            <a:off x="4773" y="6397607"/>
            <a:ext cx="1219199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1094848-5B62-64D8-8B82-FDE722C208B7}"/>
              </a:ext>
            </a:extLst>
          </p:cNvPr>
          <p:cNvSpPr txBox="1"/>
          <p:nvPr/>
        </p:nvSpPr>
        <p:spPr>
          <a:xfrm>
            <a:off x="4966736" y="6397606"/>
            <a:ext cx="146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Storage</a:t>
            </a:r>
            <a:endParaRPr lang="en-PK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91DB54-9D3D-136C-8AB1-D02DF77CA05D}"/>
              </a:ext>
            </a:extLst>
          </p:cNvPr>
          <p:cNvSpPr txBox="1"/>
          <p:nvPr/>
        </p:nvSpPr>
        <p:spPr>
          <a:xfrm>
            <a:off x="428963" y="5977681"/>
            <a:ext cx="2029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Database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3575B3-A0F4-55E3-F2FB-A25FC185E2DC}"/>
              </a:ext>
            </a:extLst>
          </p:cNvPr>
          <p:cNvSpPr txBox="1"/>
          <p:nvPr/>
        </p:nvSpPr>
        <p:spPr>
          <a:xfrm>
            <a:off x="3195834" y="6002977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Database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BF2D91-C881-5206-4ECB-9F8354948BCF}"/>
              </a:ext>
            </a:extLst>
          </p:cNvPr>
          <p:cNvSpPr txBox="1"/>
          <p:nvPr/>
        </p:nvSpPr>
        <p:spPr>
          <a:xfrm>
            <a:off x="5942388" y="6015829"/>
            <a:ext cx="1710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Database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C993EF-1145-D899-09DE-37AA833C0B10}"/>
              </a:ext>
            </a:extLst>
          </p:cNvPr>
          <p:cNvSpPr txBox="1"/>
          <p:nvPr/>
        </p:nvSpPr>
        <p:spPr>
          <a:xfrm>
            <a:off x="8931445" y="6046094"/>
            <a:ext cx="2163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Inventory Database </a:t>
            </a:r>
          </a:p>
        </p:txBody>
      </p:sp>
    </p:spTree>
    <p:extLst>
      <p:ext uri="{BB962C8B-B14F-4D97-AF65-F5344CB8AC3E}">
        <p14:creationId xmlns:p14="http://schemas.microsoft.com/office/powerpoint/2010/main" val="324192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C17B2207-B786-C12D-F643-6FB9A948F205}"/>
              </a:ext>
            </a:extLst>
          </p:cNvPr>
          <p:cNvSpPr/>
          <p:nvPr/>
        </p:nvSpPr>
        <p:spPr>
          <a:xfrm>
            <a:off x="4584031" y="0"/>
            <a:ext cx="3023937" cy="1989221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BFD73-B38A-2FC1-4947-6C1FDA35BB40}"/>
              </a:ext>
            </a:extLst>
          </p:cNvPr>
          <p:cNvSpPr txBox="1"/>
          <p:nvPr/>
        </p:nvSpPr>
        <p:spPr>
          <a:xfrm>
            <a:off x="5573259" y="0"/>
            <a:ext cx="1045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Input</a:t>
            </a:r>
            <a:endParaRPr lang="en-PK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248FD-37BC-1516-10F2-D059879F56AC}"/>
              </a:ext>
            </a:extLst>
          </p:cNvPr>
          <p:cNvSpPr txBox="1"/>
          <p:nvPr/>
        </p:nvSpPr>
        <p:spPr>
          <a:xfrm>
            <a:off x="5133474" y="523220"/>
            <a:ext cx="2156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Product 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Quantity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Payment Method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Discount Code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90D6D-9439-7002-DDE3-22146C214CD6}"/>
              </a:ext>
            </a:extLst>
          </p:cNvPr>
          <p:cNvSpPr/>
          <p:nvPr/>
        </p:nvSpPr>
        <p:spPr>
          <a:xfrm>
            <a:off x="4219074" y="2422358"/>
            <a:ext cx="3753852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1F3E5-865A-834E-B00E-1A770259E641}"/>
              </a:ext>
            </a:extLst>
          </p:cNvPr>
          <p:cNvSpPr txBox="1"/>
          <p:nvPr/>
        </p:nvSpPr>
        <p:spPr>
          <a:xfrm>
            <a:off x="4840577" y="2512441"/>
            <a:ext cx="3132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Departmental Store </a:t>
            </a:r>
            <a:br>
              <a:rPr lang="en-US" dirty="0"/>
            </a:br>
            <a:r>
              <a:rPr lang="en-US" dirty="0"/>
              <a:t>Management System</a:t>
            </a:r>
            <a:endParaRPr lang="en-PK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C62E4FB-12B7-D135-EE4F-069F223735B1}"/>
              </a:ext>
            </a:extLst>
          </p:cNvPr>
          <p:cNvSpPr/>
          <p:nvPr/>
        </p:nvSpPr>
        <p:spPr>
          <a:xfrm>
            <a:off x="4584031" y="3906252"/>
            <a:ext cx="3023937" cy="1989221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50209-1FE2-6D46-F6A7-0570AFB0D800}"/>
              </a:ext>
            </a:extLst>
          </p:cNvPr>
          <p:cNvSpPr txBox="1"/>
          <p:nvPr/>
        </p:nvSpPr>
        <p:spPr>
          <a:xfrm>
            <a:off x="5429790" y="3906252"/>
            <a:ext cx="133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Output</a:t>
            </a:r>
            <a:endParaRPr lang="en-PK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574B0-552A-EBC2-B08E-F1118A8DA32E}"/>
              </a:ext>
            </a:extLst>
          </p:cNvPr>
          <p:cNvSpPr txBox="1"/>
          <p:nvPr/>
        </p:nvSpPr>
        <p:spPr>
          <a:xfrm>
            <a:off x="5212117" y="4517703"/>
            <a:ext cx="19990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Bill Generated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Receipt Printed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Error Message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Stock Updated</a:t>
            </a:r>
            <a:endParaRPr lang="en-PK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AAAE51-4CBA-9B67-B824-670C684B29E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989221"/>
            <a:ext cx="0" cy="406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8BF6F2-5100-0502-3A6B-0869373AC53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5998" y="3424989"/>
            <a:ext cx="0" cy="481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73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68AF226-50B4-435C-A9DF-1ECE5B85104E}"/>
              </a:ext>
            </a:extLst>
          </p:cNvPr>
          <p:cNvSpPr/>
          <p:nvPr/>
        </p:nvSpPr>
        <p:spPr>
          <a:xfrm>
            <a:off x="5261810" y="0"/>
            <a:ext cx="1668379" cy="7218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C9D07-636C-F229-7B8F-C7D43A01FE55}"/>
              </a:ext>
            </a:extLst>
          </p:cNvPr>
          <p:cNvSpPr txBox="1"/>
          <p:nvPr/>
        </p:nvSpPr>
        <p:spPr>
          <a:xfrm>
            <a:off x="5684476" y="130114"/>
            <a:ext cx="823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  <a:endParaRPr lang="en-PK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EB5B80E-D19B-51BF-5E01-2BDB9968F903}"/>
              </a:ext>
            </a:extLst>
          </p:cNvPr>
          <p:cNvSpPr/>
          <p:nvPr/>
        </p:nvSpPr>
        <p:spPr>
          <a:xfrm>
            <a:off x="5473143" y="1251284"/>
            <a:ext cx="1245713" cy="134753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E4CA0-AB81-CBF9-4864-EB8B79AE1EAE}"/>
              </a:ext>
            </a:extLst>
          </p:cNvPr>
          <p:cNvSpPr txBox="1"/>
          <p:nvPr/>
        </p:nvSpPr>
        <p:spPr>
          <a:xfrm>
            <a:off x="5684476" y="155572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Cart</a:t>
            </a:r>
            <a:br>
              <a:rPr lang="en-US" dirty="0"/>
            </a:br>
            <a:r>
              <a:rPr lang="en-US" dirty="0"/>
              <a:t>Empty?</a:t>
            </a:r>
            <a:endParaRPr lang="en-PK" dirty="0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95648E9-18D3-3AA5-90B2-3F665597E1AA}"/>
              </a:ext>
            </a:extLst>
          </p:cNvPr>
          <p:cNvSpPr/>
          <p:nvPr/>
        </p:nvSpPr>
        <p:spPr>
          <a:xfrm>
            <a:off x="5473143" y="2911643"/>
            <a:ext cx="1245713" cy="134753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85857-33D0-C850-8729-BF74A40A9313}"/>
              </a:ext>
            </a:extLst>
          </p:cNvPr>
          <p:cNvSpPr txBox="1"/>
          <p:nvPr/>
        </p:nvSpPr>
        <p:spPr>
          <a:xfrm>
            <a:off x="5574669" y="3429000"/>
            <a:ext cx="1154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Calculate</a:t>
            </a:r>
            <a:br>
              <a:rPr lang="en-US" dirty="0"/>
            </a:br>
            <a:r>
              <a:rPr lang="en-US" dirty="0"/>
              <a:t>   total?</a:t>
            </a:r>
            <a:endParaRPr lang="en-PK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CB449E-E4D1-7FC2-5FE7-200B9C0041C5}"/>
              </a:ext>
            </a:extLst>
          </p:cNvPr>
          <p:cNvSpPr/>
          <p:nvPr/>
        </p:nvSpPr>
        <p:spPr>
          <a:xfrm>
            <a:off x="4936957" y="4592688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FCADC-405D-0DAB-8221-BBCA6A5C9F86}"/>
              </a:ext>
            </a:extLst>
          </p:cNvPr>
          <p:cNvSpPr txBox="1"/>
          <p:nvPr/>
        </p:nvSpPr>
        <p:spPr>
          <a:xfrm>
            <a:off x="5375353" y="4666700"/>
            <a:ext cx="144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Total</a:t>
            </a:r>
            <a:endParaRPr lang="en-PK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D4376-F2DA-9EB3-424C-353A4C4822CB}"/>
              </a:ext>
            </a:extLst>
          </p:cNvPr>
          <p:cNvSpPr/>
          <p:nvPr/>
        </p:nvSpPr>
        <p:spPr>
          <a:xfrm>
            <a:off x="4936956" y="5551841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98681-CC50-A288-2870-A7CD98BAF5C1}"/>
              </a:ext>
            </a:extLst>
          </p:cNvPr>
          <p:cNvSpPr txBox="1"/>
          <p:nvPr/>
        </p:nvSpPr>
        <p:spPr>
          <a:xfrm>
            <a:off x="5199854" y="5648726"/>
            <a:ext cx="190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Payment</a:t>
            </a:r>
            <a:endParaRPr lang="en-PK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DF3A1CA-63F4-98DF-B2BD-18428F967A54}"/>
              </a:ext>
            </a:extLst>
          </p:cNvPr>
          <p:cNvSpPr/>
          <p:nvPr/>
        </p:nvSpPr>
        <p:spPr>
          <a:xfrm>
            <a:off x="8208322" y="5110045"/>
            <a:ext cx="1245713" cy="134753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3A5999-E522-82E1-EAE4-D55CB2996ACF}"/>
              </a:ext>
            </a:extLst>
          </p:cNvPr>
          <p:cNvSpPr txBox="1"/>
          <p:nvPr/>
        </p:nvSpPr>
        <p:spPr>
          <a:xfrm>
            <a:off x="8351164" y="5469653"/>
            <a:ext cx="1245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 </a:t>
            </a:r>
            <a:br>
              <a:rPr lang="en-US" dirty="0"/>
            </a:br>
            <a:r>
              <a:rPr lang="en-US" sz="1400" dirty="0"/>
              <a:t>Successful?</a:t>
            </a:r>
            <a:endParaRPr lang="en-PK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D319A6-30B7-92D9-4F04-17E30C64ABF4}"/>
              </a:ext>
            </a:extLst>
          </p:cNvPr>
          <p:cNvSpPr/>
          <p:nvPr/>
        </p:nvSpPr>
        <p:spPr>
          <a:xfrm>
            <a:off x="7672135" y="4075331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failure</a:t>
            </a:r>
            <a:endParaRPr lang="en-PK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AD4840-C2D0-751C-D31A-8865B846396F}"/>
              </a:ext>
            </a:extLst>
          </p:cNvPr>
          <p:cNvSpPr/>
          <p:nvPr/>
        </p:nvSpPr>
        <p:spPr>
          <a:xfrm>
            <a:off x="9596876" y="1474276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stock</a:t>
            </a:r>
            <a:endParaRPr lang="en-PK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D006B-715B-7171-824D-A23D45EED31A}"/>
              </a:ext>
            </a:extLst>
          </p:cNvPr>
          <p:cNvSpPr/>
          <p:nvPr/>
        </p:nvSpPr>
        <p:spPr>
          <a:xfrm>
            <a:off x="9596876" y="2501452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Receipt</a:t>
            </a:r>
            <a:endParaRPr lang="en-PK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2ECE012-0EBA-D5C2-8010-AF28B811E84E}"/>
              </a:ext>
            </a:extLst>
          </p:cNvPr>
          <p:cNvSpPr/>
          <p:nvPr/>
        </p:nvSpPr>
        <p:spPr>
          <a:xfrm>
            <a:off x="9990220" y="5036032"/>
            <a:ext cx="1668379" cy="7218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  <a:endParaRPr lang="en-PK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2A0A6A-4A2E-7A83-C697-FD012C45CCAC}"/>
              </a:ext>
            </a:extLst>
          </p:cNvPr>
          <p:cNvCxnSpPr>
            <a:cxnSpLocks/>
          </p:cNvCxnSpPr>
          <p:nvPr/>
        </p:nvCxnSpPr>
        <p:spPr>
          <a:xfrm>
            <a:off x="6095998" y="791415"/>
            <a:ext cx="0" cy="322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AFB317-6112-0201-39CE-5BB994BE0517}"/>
              </a:ext>
            </a:extLst>
          </p:cNvPr>
          <p:cNvCxnSpPr>
            <a:cxnSpLocks/>
          </p:cNvCxnSpPr>
          <p:nvPr/>
        </p:nvCxnSpPr>
        <p:spPr>
          <a:xfrm>
            <a:off x="6095998" y="2598821"/>
            <a:ext cx="0" cy="322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333F05-6591-00D4-96BA-846E329A2F5A}"/>
              </a:ext>
            </a:extLst>
          </p:cNvPr>
          <p:cNvCxnSpPr>
            <a:cxnSpLocks/>
          </p:cNvCxnSpPr>
          <p:nvPr/>
        </p:nvCxnSpPr>
        <p:spPr>
          <a:xfrm>
            <a:off x="6095998" y="4259180"/>
            <a:ext cx="0" cy="322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C32FD0-D383-B5C3-28B7-49FE59BDA9D5}"/>
              </a:ext>
            </a:extLst>
          </p:cNvPr>
          <p:cNvCxnSpPr>
            <a:cxnSpLocks/>
          </p:cNvCxnSpPr>
          <p:nvPr/>
        </p:nvCxnSpPr>
        <p:spPr>
          <a:xfrm>
            <a:off x="6095998" y="5110045"/>
            <a:ext cx="0" cy="359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A2A7235-B8AE-5F4C-BB8D-7A84B4B24BDD}"/>
              </a:ext>
            </a:extLst>
          </p:cNvPr>
          <p:cNvSpPr txBox="1"/>
          <p:nvPr/>
        </p:nvSpPr>
        <p:spPr>
          <a:xfrm>
            <a:off x="4763581" y="162230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P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D54A28-B97A-02F9-0E04-BD94150D414B}"/>
              </a:ext>
            </a:extLst>
          </p:cNvPr>
          <p:cNvSpPr txBox="1"/>
          <p:nvPr/>
        </p:nvSpPr>
        <p:spPr>
          <a:xfrm>
            <a:off x="6063912" y="251487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PK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26D6FB-10F8-6CF1-67E9-0A0CA6362825}"/>
              </a:ext>
            </a:extLst>
          </p:cNvPr>
          <p:cNvSpPr txBox="1"/>
          <p:nvPr/>
        </p:nvSpPr>
        <p:spPr>
          <a:xfrm>
            <a:off x="6114252" y="4233080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PK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CC10D3-D556-573C-8112-3B2A1F78EEB4}"/>
              </a:ext>
            </a:extLst>
          </p:cNvPr>
          <p:cNvSpPr/>
          <p:nvPr/>
        </p:nvSpPr>
        <p:spPr>
          <a:xfrm>
            <a:off x="2282143" y="744178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Apply Discount?</a:t>
            </a:r>
            <a:endParaRPr lang="en-PK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11BD80-355E-DB93-81A7-CEEC334CE39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625516" y="1925052"/>
            <a:ext cx="1847627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E9930E6-FB6B-9E24-8713-F5BF297C6E15}"/>
              </a:ext>
            </a:extLst>
          </p:cNvPr>
          <p:cNvCxnSpPr>
            <a:cxnSpLocks/>
          </p:cNvCxnSpPr>
          <p:nvPr/>
        </p:nvCxnSpPr>
        <p:spPr>
          <a:xfrm flipV="1">
            <a:off x="3588392" y="1251284"/>
            <a:ext cx="0" cy="673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FA30A8-4899-A52E-E8FB-B621AF7E3CB4}"/>
              </a:ext>
            </a:extLst>
          </p:cNvPr>
          <p:cNvCxnSpPr>
            <a:cxnSpLocks/>
          </p:cNvCxnSpPr>
          <p:nvPr/>
        </p:nvCxnSpPr>
        <p:spPr>
          <a:xfrm flipH="1">
            <a:off x="3002659" y="1251284"/>
            <a:ext cx="3098" cy="20754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B437FA9-D58C-7D65-CB94-2D39AC659926}"/>
              </a:ext>
            </a:extLst>
          </p:cNvPr>
          <p:cNvCxnSpPr>
            <a:cxnSpLocks/>
          </p:cNvCxnSpPr>
          <p:nvPr/>
        </p:nvCxnSpPr>
        <p:spPr>
          <a:xfrm>
            <a:off x="3002659" y="3314537"/>
            <a:ext cx="2452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4B54A61A-F2DC-4F96-64D2-4D6C32D08E95}"/>
              </a:ext>
            </a:extLst>
          </p:cNvPr>
          <p:cNvSpPr/>
          <p:nvPr/>
        </p:nvSpPr>
        <p:spPr>
          <a:xfrm>
            <a:off x="2488386" y="3630324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Error</a:t>
            </a:r>
            <a:endParaRPr lang="en-PK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B4AE416-2F3C-1163-174A-2EBC448ED4F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890829" y="3752165"/>
            <a:ext cx="6838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321EE36B-1CE2-6755-3D0B-8470951A44CC}"/>
              </a:ext>
            </a:extLst>
          </p:cNvPr>
          <p:cNvSpPr/>
          <p:nvPr/>
        </p:nvSpPr>
        <p:spPr>
          <a:xfrm>
            <a:off x="1898225" y="4666700"/>
            <a:ext cx="2318085" cy="517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Keep Total</a:t>
            </a:r>
            <a:endParaRPr lang="en-PK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F24AD1A-BEE4-9E12-2562-4B9A0A849E77}"/>
              </a:ext>
            </a:extLst>
          </p:cNvPr>
          <p:cNvCxnSpPr>
            <a:cxnSpLocks/>
          </p:cNvCxnSpPr>
          <p:nvPr/>
        </p:nvCxnSpPr>
        <p:spPr>
          <a:xfrm>
            <a:off x="3002659" y="5148235"/>
            <a:ext cx="0" cy="6851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656451E-D9C7-EDAE-5511-4E23C6C4812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990194" y="5810519"/>
            <a:ext cx="19467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38B94B0-B187-72AB-DB3F-5D4F9C3A2124}"/>
              </a:ext>
            </a:extLst>
          </p:cNvPr>
          <p:cNvCxnSpPr>
            <a:cxnSpLocks/>
          </p:cNvCxnSpPr>
          <p:nvPr/>
        </p:nvCxnSpPr>
        <p:spPr>
          <a:xfrm flipH="1">
            <a:off x="4213212" y="4996890"/>
            <a:ext cx="7130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837AC54-01FB-474D-E44A-E1F357BC586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246807" y="5783813"/>
            <a:ext cx="9615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F619409-AAE6-9782-A8AD-B3E4AAC549DC}"/>
              </a:ext>
            </a:extLst>
          </p:cNvPr>
          <p:cNvCxnSpPr>
            <a:cxnSpLocks/>
          </p:cNvCxnSpPr>
          <p:nvPr/>
        </p:nvCxnSpPr>
        <p:spPr>
          <a:xfrm>
            <a:off x="8836676" y="1806967"/>
            <a:ext cx="0" cy="2268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90663F6-65B5-270F-0F34-68BEB2DAFE28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H="1" flipV="1">
            <a:off x="8831178" y="4592688"/>
            <a:ext cx="1" cy="51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126C582-D0B2-6D04-8A6E-3ED3C572CA79}"/>
              </a:ext>
            </a:extLst>
          </p:cNvPr>
          <p:cNvSpPr txBox="1"/>
          <p:nvPr/>
        </p:nvSpPr>
        <p:spPr>
          <a:xfrm>
            <a:off x="9386884" y="585377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  <a:endParaRPr lang="en-PK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FB6FF65-8166-15AA-8B79-EA9A5751BB95}"/>
              </a:ext>
            </a:extLst>
          </p:cNvPr>
          <p:cNvCxnSpPr>
            <a:cxnSpLocks/>
          </p:cNvCxnSpPr>
          <p:nvPr/>
        </p:nvCxnSpPr>
        <p:spPr>
          <a:xfrm>
            <a:off x="8825974" y="1806967"/>
            <a:ext cx="7302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E1C93629-5A00-22D6-2150-BBA49FCE9240}"/>
              </a:ext>
            </a:extLst>
          </p:cNvPr>
          <p:cNvSpPr txBox="1"/>
          <p:nvPr/>
        </p:nvSpPr>
        <p:spPr>
          <a:xfrm>
            <a:off x="8414083" y="481891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PK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3B54789-CF60-51DD-BE45-193D9424AD4E}"/>
              </a:ext>
            </a:extLst>
          </p:cNvPr>
          <p:cNvCxnSpPr>
            <a:cxnSpLocks/>
          </p:cNvCxnSpPr>
          <p:nvPr/>
        </p:nvCxnSpPr>
        <p:spPr>
          <a:xfrm flipH="1">
            <a:off x="9454035" y="5853775"/>
            <a:ext cx="26632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1D25BD0-2294-E361-CD58-85458D6D2F05}"/>
              </a:ext>
            </a:extLst>
          </p:cNvPr>
          <p:cNvCxnSpPr>
            <a:cxnSpLocks/>
          </p:cNvCxnSpPr>
          <p:nvPr/>
        </p:nvCxnSpPr>
        <p:spPr>
          <a:xfrm>
            <a:off x="12117287" y="1732954"/>
            <a:ext cx="0" cy="4120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DE9BA8A-CAE1-3E97-6D3C-2EA70B16BC0D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1914961" y="1732955"/>
            <a:ext cx="2023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4A6E2C-5407-E9C3-9662-48C3A93DF327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824410" y="3114658"/>
            <a:ext cx="0" cy="1921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8E7DE67-64D9-EFDC-EF9E-27B6BFCEC418}"/>
              </a:ext>
            </a:extLst>
          </p:cNvPr>
          <p:cNvCxnSpPr>
            <a:cxnSpLocks/>
          </p:cNvCxnSpPr>
          <p:nvPr/>
        </p:nvCxnSpPr>
        <p:spPr>
          <a:xfrm>
            <a:off x="10824409" y="5757926"/>
            <a:ext cx="0" cy="69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4CBB692-84EC-21B0-0650-C6CBCE7AC7D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831179" y="6457582"/>
            <a:ext cx="19932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554CB2B-3351-79E0-0CF2-6C1E26A4773B}"/>
              </a:ext>
            </a:extLst>
          </p:cNvPr>
          <p:cNvSpPr txBox="1"/>
          <p:nvPr/>
        </p:nvSpPr>
        <p:spPr>
          <a:xfrm>
            <a:off x="9007285" y="643855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09343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599</Words>
  <Application>Microsoft Office PowerPoint</Application>
  <PresentationFormat>Widescreen</PresentationFormat>
  <Paragraphs>254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24-NTU-CS-FL-1289</dc:creator>
  <cp:lastModifiedBy>24-NTU-CS-FL-1289</cp:lastModifiedBy>
  <cp:revision>2</cp:revision>
  <dcterms:created xsi:type="dcterms:W3CDTF">2025-12-29T10:29:22Z</dcterms:created>
  <dcterms:modified xsi:type="dcterms:W3CDTF">2025-12-30T20:02:02Z</dcterms:modified>
</cp:coreProperties>
</file>