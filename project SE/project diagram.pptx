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AFF5D-1451-C61A-74CC-1AE73AC8F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C90A84-0788-BAF1-9276-680BB8D05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7B288-6088-309D-9985-7259601AD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49864-6305-4AB1-A7C5-83E029FFD2EA}" type="datetimeFigureOut">
              <a:rPr lang="en-PK" smtClean="0"/>
              <a:t>30/11/2025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E5FC9-9169-2444-BA9D-32A3531D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AAF20-33BC-3B25-A70B-66D4CFD60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F821-0858-47DD-9FC0-85B0CEF27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65745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BB962-9F10-77E4-085D-1DA98CA49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6698B-7ED0-3069-E2CE-3200564C2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05489-C7C9-BD08-5A8C-B2B602EA8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49864-6305-4AB1-A7C5-83E029FFD2EA}" type="datetimeFigureOut">
              <a:rPr lang="en-PK" smtClean="0"/>
              <a:t>30/11/2025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60FAC-C28D-EA09-056E-771E076CB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F4F66-34EE-3438-107C-84E51C940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F821-0858-47DD-9FC0-85B0CEF27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82672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CE6DF-36E2-560B-D35A-0A94BA460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1B739-DD6F-AF2C-DAA8-62778D079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42113-229A-B561-7976-61AC80729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49864-6305-4AB1-A7C5-83E029FFD2EA}" type="datetimeFigureOut">
              <a:rPr lang="en-PK" smtClean="0"/>
              <a:t>30/11/2025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57BEB-01CB-D261-A1F5-D2474D1B5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4A29F-E7C3-4EBD-6558-119DB884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F821-0858-47DD-9FC0-85B0CEF27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1294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42C12-49C5-D268-2303-CD6DFBF98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39FC0-7084-836B-F73F-2EFE3E69C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DEE8E-A40C-8D0A-7FB3-13B252F28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DE095-B0B4-3CCE-51DA-542E2FF9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49864-6305-4AB1-A7C5-83E029FFD2EA}" type="datetimeFigureOut">
              <a:rPr lang="en-PK" smtClean="0"/>
              <a:t>30/11/2025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BFC97-A098-7F46-57F3-0A516EE13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048EB3-4A5F-FE87-F2BA-DBE0A4C68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F821-0858-47DD-9FC0-85B0CEF27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98621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4CE66-C8C2-1DAD-4D72-F5C610653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C2097-62B7-5BDB-C3C6-EBE7BB4CC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475A2-313F-5986-E4CF-B77A78196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C52F5F-E256-B27F-55D7-DB742BB1B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4743B5-6EF8-2563-F4FF-6BC7012519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8C92BD-B75B-DA53-4E48-31315C996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49864-6305-4AB1-A7C5-83E029FFD2EA}" type="datetimeFigureOut">
              <a:rPr lang="en-PK" smtClean="0"/>
              <a:t>30/11/2025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FF4BF1-AE94-F699-8301-DDF91DDDE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66BF6B-E868-4002-A8C0-FF0A7A99B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F821-0858-47DD-9FC0-85B0CEF27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83618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6D54B-201D-B5F6-1336-2F2CDA82A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CB2225-9043-18B2-0AB0-4DA188413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49864-6305-4AB1-A7C5-83E029FFD2EA}" type="datetimeFigureOut">
              <a:rPr lang="en-PK" smtClean="0"/>
              <a:t>30/11/2025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6C4CD0-DB03-312A-9984-167A76EE8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93797-0FB2-5FAF-AF44-B7E7B1B3C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F821-0858-47DD-9FC0-85B0CEF27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39644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99299-8CB2-3109-AB55-C68A7564E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49864-6305-4AB1-A7C5-83E029FFD2EA}" type="datetimeFigureOut">
              <a:rPr lang="en-PK" smtClean="0"/>
              <a:t>30/11/2025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74CEC4-5B89-0C43-B8C1-C8430DD72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2B345-CA78-0749-AA0E-60D0525D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F821-0858-47DD-9FC0-85B0CEF27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08481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599A0-81DA-DB46-B2DF-48C916D4D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7FE48-BF11-7198-D803-22344F2DC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2C3209-F82E-E8AB-36D1-24ACF3EC4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58F89-5793-27A2-90D2-BC95748AD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49864-6305-4AB1-A7C5-83E029FFD2EA}" type="datetimeFigureOut">
              <a:rPr lang="en-PK" smtClean="0"/>
              <a:t>30/11/2025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4A6CD-390B-0772-98C7-A80CC6B9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024B5-7EAD-5055-6D9F-5F0B2C2B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F821-0858-47DD-9FC0-85B0CEF27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14337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49606-1C58-E434-FD00-04B65B6BF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8B622A-BA0F-84DF-3041-DCDA7A605A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AD11F-8831-EAAE-A43D-50B8078BC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5E122-0E2E-95AD-77B3-F24E928AB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49864-6305-4AB1-A7C5-83E029FFD2EA}" type="datetimeFigureOut">
              <a:rPr lang="en-PK" smtClean="0"/>
              <a:t>30/11/2025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E32F9-F1CE-CF8E-CD92-CF2AE10C4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DA933-CB11-9799-B439-F31C51BD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F821-0858-47DD-9FC0-85B0CEF27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48291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4AE61-2187-3106-8F92-CA59F0445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00AA5-AB5A-4913-729F-558057CBD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90826-A199-008F-1B15-F12BAFD26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49864-6305-4AB1-A7C5-83E029FFD2EA}" type="datetimeFigureOut">
              <a:rPr lang="en-PK" smtClean="0"/>
              <a:t>30/11/2025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3B4EB-AB2B-35A0-3DB3-1A967735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33F46-9004-ACCC-B8B0-8A25707E8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F821-0858-47DD-9FC0-85B0CEF27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32795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F88E4C-9CD4-9AC2-0F0C-30D66C04BE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F98DA0-7DBF-6F2E-E0B7-C96A2679E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B4DBD-43CC-585F-15F7-0D84BCAF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49864-6305-4AB1-A7C5-83E029FFD2EA}" type="datetimeFigureOut">
              <a:rPr lang="en-PK" smtClean="0"/>
              <a:t>30/11/2025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FC0CE-8F41-B0EE-D09A-06193B7C4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DD830-F541-CD4C-0C7B-2D8C1FD3E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F821-0858-47DD-9FC0-85B0CEF27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291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7625F4-B198-5BDE-CF2D-8D622FEA4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0DC74-B8F1-5F02-5AF1-C1E57EDBF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3BA66-0FF6-8F45-9A5E-B0E64B56C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49864-6305-4AB1-A7C5-83E029FFD2EA}" type="datetimeFigureOut">
              <a:rPr lang="en-PK" smtClean="0"/>
              <a:t>30/11/2025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C3A3B-BEE4-1180-C9F4-CBD1CF8B3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98784-D5E1-5B69-9439-188565E83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5F821-0858-47DD-9FC0-85B0CEF27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15031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D473D76-09DF-39AA-3D2D-D3CD2AADAB99}"/>
              </a:ext>
            </a:extLst>
          </p:cNvPr>
          <p:cNvGrpSpPr/>
          <p:nvPr/>
        </p:nvGrpSpPr>
        <p:grpSpPr>
          <a:xfrm>
            <a:off x="3810000" y="0"/>
            <a:ext cx="4572000" cy="6857995"/>
            <a:chOff x="2282592" y="1073404"/>
            <a:chExt cx="4572000" cy="473900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BBD9D55-4601-A3E8-399B-136B48DC37EA}"/>
                </a:ext>
              </a:extLst>
            </p:cNvPr>
            <p:cNvSpPr/>
            <p:nvPr/>
          </p:nvSpPr>
          <p:spPr>
            <a:xfrm>
              <a:off x="2282592" y="1073404"/>
              <a:ext cx="4572000" cy="47390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490CAC-8D22-2A94-FD72-D60F23BC7B72}"/>
                </a:ext>
              </a:extLst>
            </p:cNvPr>
            <p:cNvSpPr/>
            <p:nvPr/>
          </p:nvSpPr>
          <p:spPr>
            <a:xfrm>
              <a:off x="4398585" y="1073404"/>
              <a:ext cx="2288522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2200" b="1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A255F410-A3DC-0D06-A5B8-6791B5F6D82F}"/>
              </a:ext>
            </a:extLst>
          </p:cNvPr>
          <p:cNvSpPr/>
          <p:nvPr/>
        </p:nvSpPr>
        <p:spPr>
          <a:xfrm>
            <a:off x="3810000" y="866575"/>
            <a:ext cx="457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endParaRPr lang="en-US" sz="20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87D529-C0E1-B5D5-C556-F991451089E8}"/>
              </a:ext>
            </a:extLst>
          </p:cNvPr>
          <p:cNvGrpSpPr/>
          <p:nvPr/>
        </p:nvGrpSpPr>
        <p:grpSpPr>
          <a:xfrm>
            <a:off x="9722220" y="627838"/>
            <a:ext cx="1687285" cy="1577699"/>
            <a:chOff x="266700" y="3980012"/>
            <a:chExt cx="1447800" cy="144606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92F7745-1FDC-E8FF-BEFC-F65380E40008}"/>
                </a:ext>
              </a:extLst>
            </p:cNvPr>
            <p:cNvGrpSpPr/>
            <p:nvPr/>
          </p:nvGrpSpPr>
          <p:grpSpPr>
            <a:xfrm>
              <a:off x="762000" y="3980012"/>
              <a:ext cx="457200" cy="990600"/>
              <a:chOff x="762000" y="2057400"/>
              <a:chExt cx="457200" cy="1143000"/>
            </a:xfrm>
          </p:grpSpPr>
          <p:sp>
            <p:nvSpPr>
              <p:cNvPr id="14" name="Oval 8">
                <a:extLst>
                  <a:ext uri="{FF2B5EF4-FFF2-40B4-BE49-F238E27FC236}">
                    <a16:creationId xmlns:a16="http://schemas.microsoft.com/office/drawing/2014/main" id="{3DE5D40B-5527-EBCD-BE5C-234EF3383B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" y="2057400"/>
                <a:ext cx="304800" cy="3048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Line 9">
                <a:extLst>
                  <a:ext uri="{FF2B5EF4-FFF2-40B4-BE49-F238E27FC236}">
                    <a16:creationId xmlns:a16="http://schemas.microsoft.com/office/drawing/2014/main" id="{BF7E7845-D161-EB4F-44BF-0A14E1F5D4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0600" y="2362200"/>
                <a:ext cx="0" cy="533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Line 10">
                <a:extLst>
                  <a:ext uri="{FF2B5EF4-FFF2-40B4-BE49-F238E27FC236}">
                    <a16:creationId xmlns:a16="http://schemas.microsoft.com/office/drawing/2014/main" id="{53E5D7E1-F07B-110B-30A1-A739B86A87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8200" y="2590800"/>
                <a:ext cx="3048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Line 11">
                <a:extLst>
                  <a:ext uri="{FF2B5EF4-FFF2-40B4-BE49-F238E27FC236}">
                    <a16:creationId xmlns:a16="http://schemas.microsoft.com/office/drawing/2014/main" id="{764910D9-E52B-B85D-ADDF-CE29084AB4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62000" y="2895600"/>
                <a:ext cx="228600" cy="3048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Line 12">
                <a:extLst>
                  <a:ext uri="{FF2B5EF4-FFF2-40B4-BE49-F238E27FC236}">
                    <a16:creationId xmlns:a16="http://schemas.microsoft.com/office/drawing/2014/main" id="{B8B6B9D4-4D69-3906-353B-DF3BE40793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0600" y="2895600"/>
                <a:ext cx="228600" cy="3048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7F3C724-2D8B-9D84-CBF2-1C5F885CA1A7}"/>
                </a:ext>
              </a:extLst>
            </p:cNvPr>
            <p:cNvSpPr/>
            <p:nvPr/>
          </p:nvSpPr>
          <p:spPr>
            <a:xfrm>
              <a:off x="266700" y="4989815"/>
              <a:ext cx="1447800" cy="4362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 Black" panose="020B0A04020102020204" pitchFamily="34" charset="0"/>
                  <a:cs typeface="Arial" pitchFamily="34" charset="0"/>
                </a:rPr>
                <a:t>CASHIER</a:t>
              </a:r>
              <a:endParaRPr lang="en-US" dirty="0">
                <a:solidFill>
                  <a:schemeClr val="tx1"/>
                </a:solidFill>
                <a:latin typeface="Arial Black" panose="020B0A04020102020204" pitchFamily="34" charset="0"/>
                <a:cs typeface="Arial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60CAA83-43F4-CD1B-58CA-E8F7786C1982}"/>
              </a:ext>
            </a:extLst>
          </p:cNvPr>
          <p:cNvGrpSpPr/>
          <p:nvPr/>
        </p:nvGrpSpPr>
        <p:grpSpPr>
          <a:xfrm>
            <a:off x="9862065" y="2427190"/>
            <a:ext cx="1447800" cy="1446063"/>
            <a:chOff x="266700" y="3980012"/>
            <a:chExt cx="1447800" cy="144606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9C709A2-C25B-1E19-4F0D-49D71D2367AA}"/>
                </a:ext>
              </a:extLst>
            </p:cNvPr>
            <p:cNvGrpSpPr/>
            <p:nvPr/>
          </p:nvGrpSpPr>
          <p:grpSpPr>
            <a:xfrm>
              <a:off x="762000" y="3980012"/>
              <a:ext cx="457200" cy="990600"/>
              <a:chOff x="762000" y="2057400"/>
              <a:chExt cx="457200" cy="1143000"/>
            </a:xfrm>
          </p:grpSpPr>
          <p:sp>
            <p:nvSpPr>
              <p:cNvPr id="22" name="Oval 8">
                <a:extLst>
                  <a:ext uri="{FF2B5EF4-FFF2-40B4-BE49-F238E27FC236}">
                    <a16:creationId xmlns:a16="http://schemas.microsoft.com/office/drawing/2014/main" id="{CD80EC4F-B09B-FA3F-1DBE-3C810E67B5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" y="2057400"/>
                <a:ext cx="304800" cy="3048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Line 9">
                <a:extLst>
                  <a:ext uri="{FF2B5EF4-FFF2-40B4-BE49-F238E27FC236}">
                    <a16:creationId xmlns:a16="http://schemas.microsoft.com/office/drawing/2014/main" id="{F9A77BAB-F354-F528-EFC9-ACDBFF1D8D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0600" y="2362200"/>
                <a:ext cx="0" cy="533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Line 10">
                <a:extLst>
                  <a:ext uri="{FF2B5EF4-FFF2-40B4-BE49-F238E27FC236}">
                    <a16:creationId xmlns:a16="http://schemas.microsoft.com/office/drawing/2014/main" id="{6A1183CE-1EED-EAF4-0656-5F66AC0D7D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8200" y="2590800"/>
                <a:ext cx="3048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Line 11">
                <a:extLst>
                  <a:ext uri="{FF2B5EF4-FFF2-40B4-BE49-F238E27FC236}">
                    <a16:creationId xmlns:a16="http://schemas.microsoft.com/office/drawing/2014/main" id="{2309B8B7-FB2D-3C43-3347-8C097CA320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62000" y="2895600"/>
                <a:ext cx="228600" cy="3048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Line 12">
                <a:extLst>
                  <a:ext uri="{FF2B5EF4-FFF2-40B4-BE49-F238E27FC236}">
                    <a16:creationId xmlns:a16="http://schemas.microsoft.com/office/drawing/2014/main" id="{E0601094-024B-D045-7B02-F265C9683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0600" y="2895600"/>
                <a:ext cx="228600" cy="3048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8F65081-FFAD-E9CE-7F39-D2D698EEE85C}"/>
                </a:ext>
              </a:extLst>
            </p:cNvPr>
            <p:cNvSpPr/>
            <p:nvPr/>
          </p:nvSpPr>
          <p:spPr>
            <a:xfrm>
              <a:off x="266700" y="4989815"/>
              <a:ext cx="1447800" cy="4362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Black" panose="020B0A04020102020204" pitchFamily="34" charset="0"/>
                  <a:cs typeface="Arial" pitchFamily="34" charset="0"/>
                </a:rPr>
                <a:t>INVENTORY MANAGER</a:t>
              </a:r>
              <a:endParaRPr lang="en-US" dirty="0">
                <a:solidFill>
                  <a:schemeClr val="tx1"/>
                </a:solidFill>
                <a:latin typeface="Arial Black" panose="020B0A04020102020204" pitchFamily="34" charset="0"/>
                <a:cs typeface="Arial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288295D-BF08-3387-E1FA-7E65A883C9B5}"/>
              </a:ext>
            </a:extLst>
          </p:cNvPr>
          <p:cNvGrpSpPr/>
          <p:nvPr/>
        </p:nvGrpSpPr>
        <p:grpSpPr>
          <a:xfrm>
            <a:off x="1267900" y="1611086"/>
            <a:ext cx="1447800" cy="1446063"/>
            <a:chOff x="266700" y="3980012"/>
            <a:chExt cx="1447800" cy="144606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556050F-425C-FEC9-46BF-7E2112D73D69}"/>
                </a:ext>
              </a:extLst>
            </p:cNvPr>
            <p:cNvGrpSpPr/>
            <p:nvPr/>
          </p:nvGrpSpPr>
          <p:grpSpPr>
            <a:xfrm>
              <a:off x="762000" y="3980012"/>
              <a:ext cx="457200" cy="990600"/>
              <a:chOff x="762000" y="2057400"/>
              <a:chExt cx="457200" cy="1143000"/>
            </a:xfrm>
          </p:grpSpPr>
          <p:sp>
            <p:nvSpPr>
              <p:cNvPr id="30" name="Oval 8">
                <a:extLst>
                  <a:ext uri="{FF2B5EF4-FFF2-40B4-BE49-F238E27FC236}">
                    <a16:creationId xmlns:a16="http://schemas.microsoft.com/office/drawing/2014/main" id="{B6CFEA3B-FEB1-1B11-9010-839CE52A3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" y="2057400"/>
                <a:ext cx="304800" cy="3048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Line 9">
                <a:extLst>
                  <a:ext uri="{FF2B5EF4-FFF2-40B4-BE49-F238E27FC236}">
                    <a16:creationId xmlns:a16="http://schemas.microsoft.com/office/drawing/2014/main" id="{175D8A49-3F76-D68D-13DB-572E26DED4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0600" y="2362200"/>
                <a:ext cx="0" cy="533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0">
                <a:extLst>
                  <a:ext uri="{FF2B5EF4-FFF2-40B4-BE49-F238E27FC236}">
                    <a16:creationId xmlns:a16="http://schemas.microsoft.com/office/drawing/2014/main" id="{AF43F386-088A-6B5D-3862-FC3AFD1BDD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8200" y="2590800"/>
                <a:ext cx="3048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Line 11">
                <a:extLst>
                  <a:ext uri="{FF2B5EF4-FFF2-40B4-BE49-F238E27FC236}">
                    <a16:creationId xmlns:a16="http://schemas.microsoft.com/office/drawing/2014/main" id="{C7F338B4-A1DE-67E4-FC00-4C2555C6D8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62000" y="2895600"/>
                <a:ext cx="228600" cy="3048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Line 12">
                <a:extLst>
                  <a:ext uri="{FF2B5EF4-FFF2-40B4-BE49-F238E27FC236}">
                    <a16:creationId xmlns:a16="http://schemas.microsoft.com/office/drawing/2014/main" id="{9F99B7D4-3CD9-3327-6AF0-1062130DAB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0600" y="2895600"/>
                <a:ext cx="228600" cy="3048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0B84E45-25D1-7D2E-9EB6-290DBBED27C5}"/>
                </a:ext>
              </a:extLst>
            </p:cNvPr>
            <p:cNvSpPr/>
            <p:nvPr/>
          </p:nvSpPr>
          <p:spPr>
            <a:xfrm>
              <a:off x="266700" y="4989815"/>
              <a:ext cx="1447800" cy="4362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Black" panose="020B0A04020102020204" pitchFamily="34" charset="0"/>
                  <a:cs typeface="Arial" pitchFamily="34" charset="0"/>
                </a:rPr>
                <a:t>CUSTOMER</a:t>
              </a:r>
              <a:endParaRPr lang="en-US" dirty="0">
                <a:solidFill>
                  <a:schemeClr val="tx1"/>
                </a:solidFill>
                <a:latin typeface="Arial Black" panose="020B0A04020102020204" pitchFamily="34" charset="0"/>
                <a:cs typeface="Arial" pitchFamily="34" charset="0"/>
              </a:endParaRPr>
            </a:p>
          </p:txBody>
        </p:sp>
      </p:grpSp>
      <p:sp>
        <p:nvSpPr>
          <p:cNvPr id="43" name="Oval 42">
            <a:extLst>
              <a:ext uri="{FF2B5EF4-FFF2-40B4-BE49-F238E27FC236}">
                <a16:creationId xmlns:a16="http://schemas.microsoft.com/office/drawing/2014/main" id="{ADC6F685-AFA9-922D-AD86-986C5B03A6FE}"/>
              </a:ext>
            </a:extLst>
          </p:cNvPr>
          <p:cNvSpPr/>
          <p:nvPr/>
        </p:nvSpPr>
        <p:spPr>
          <a:xfrm>
            <a:off x="3917580" y="383219"/>
            <a:ext cx="1295400" cy="63655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Arial Black" panose="020B0A04020102020204" pitchFamily="34" charset="0"/>
              </a:rPr>
              <a:t>Search products</a:t>
            </a:r>
            <a:endParaRPr lang="en-PK" dirty="0">
              <a:latin typeface="Arial Black" panose="020B0A04020102020204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CEF023D-45EA-F1D0-4EE5-A6D43C2C0298}"/>
              </a:ext>
            </a:extLst>
          </p:cNvPr>
          <p:cNvSpPr/>
          <p:nvPr/>
        </p:nvSpPr>
        <p:spPr>
          <a:xfrm>
            <a:off x="3917580" y="1172659"/>
            <a:ext cx="1295400" cy="61849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Arial Black" panose="020B0A04020102020204" pitchFamily="34" charset="0"/>
              </a:rPr>
              <a:t>Apply Discount</a:t>
            </a:r>
            <a:endParaRPr lang="en-PK" sz="1100" dirty="0">
              <a:latin typeface="Arial Black" panose="020B0A04020102020204" pitchFamily="34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4F6DAB0-8B17-7BD2-3588-5DD42474CB08}"/>
              </a:ext>
            </a:extLst>
          </p:cNvPr>
          <p:cNvSpPr/>
          <p:nvPr/>
        </p:nvSpPr>
        <p:spPr>
          <a:xfrm>
            <a:off x="3917580" y="1954491"/>
            <a:ext cx="1295400" cy="61849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 Black" panose="020B0A04020102020204" pitchFamily="34" charset="0"/>
              </a:rPr>
              <a:t>View cart</a:t>
            </a:r>
            <a:endParaRPr lang="en-PK" sz="1200" dirty="0">
              <a:latin typeface="Arial Black" panose="020B0A0402010202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75DB740-AD68-DC0F-6EC2-0B5C46F6A038}"/>
              </a:ext>
            </a:extLst>
          </p:cNvPr>
          <p:cNvSpPr/>
          <p:nvPr/>
        </p:nvSpPr>
        <p:spPr>
          <a:xfrm>
            <a:off x="3917581" y="2736323"/>
            <a:ext cx="1295399" cy="63655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 Black" panose="020B0A04020102020204" pitchFamily="34" charset="0"/>
              </a:rPr>
              <a:t>View product detail</a:t>
            </a:r>
            <a:endParaRPr lang="en-PK" sz="1200" dirty="0">
              <a:latin typeface="Arial Black" panose="020B0A04020102020204" pitchFamily="34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F708D16-D5A1-37FC-EC51-45DE5FAD8EC1}"/>
              </a:ext>
            </a:extLst>
          </p:cNvPr>
          <p:cNvSpPr/>
          <p:nvPr/>
        </p:nvSpPr>
        <p:spPr>
          <a:xfrm>
            <a:off x="3917580" y="3592375"/>
            <a:ext cx="1295396" cy="63655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 Black" panose="020B0A04020102020204" pitchFamily="34" charset="0"/>
              </a:rPr>
              <a:t>Update cart</a:t>
            </a:r>
            <a:endParaRPr lang="en-PK" sz="1600" dirty="0">
              <a:latin typeface="Arial Black" panose="020B0A040201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30815A-3934-D9AE-088A-7A528EF4D8B3}"/>
              </a:ext>
            </a:extLst>
          </p:cNvPr>
          <p:cNvSpPr txBox="1"/>
          <p:nvPr/>
        </p:nvSpPr>
        <p:spPr>
          <a:xfrm>
            <a:off x="3733801" y="10956"/>
            <a:ext cx="10136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 Black" panose="020B0A04020102020204" pitchFamily="34" charset="0"/>
                <a:cs typeface="Arial" panose="020B0604020202020204" pitchFamily="34" charset="0"/>
              </a:rPr>
              <a:t>     DEPARTMENTAL STORE MANGEMENT SYSTEM</a:t>
            </a:r>
            <a:endParaRPr lang="en-PK" sz="12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1C8D94C-F14F-D47B-0CAA-5EFEE54278C6}"/>
              </a:ext>
            </a:extLst>
          </p:cNvPr>
          <p:cNvSpPr/>
          <p:nvPr/>
        </p:nvSpPr>
        <p:spPr>
          <a:xfrm>
            <a:off x="3924013" y="4378160"/>
            <a:ext cx="1295399" cy="61849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 Black" panose="020B0A04020102020204" pitchFamily="34" charset="0"/>
              </a:rPr>
              <a:t>Add to cart</a:t>
            </a:r>
            <a:endParaRPr lang="en-PK" sz="1600" dirty="0">
              <a:latin typeface="Arial Black" panose="020B0A04020102020204" pitchFamily="34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A1B5E1F-9959-E751-2EF8-08AE6E6F39FB}"/>
              </a:ext>
            </a:extLst>
          </p:cNvPr>
          <p:cNvSpPr/>
          <p:nvPr/>
        </p:nvSpPr>
        <p:spPr>
          <a:xfrm>
            <a:off x="3917580" y="5145890"/>
            <a:ext cx="1447800" cy="61849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 Black" panose="020B0A04020102020204" pitchFamily="34" charset="0"/>
              </a:rPr>
              <a:t>Remove from cart</a:t>
            </a:r>
            <a:endParaRPr lang="en-PK" dirty="0">
              <a:latin typeface="Arial Black" panose="020B0A04020102020204" pitchFamily="34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75E3FF7-7F99-1E59-82BE-83391C955617}"/>
              </a:ext>
            </a:extLst>
          </p:cNvPr>
          <p:cNvSpPr/>
          <p:nvPr/>
        </p:nvSpPr>
        <p:spPr>
          <a:xfrm>
            <a:off x="3924013" y="5913620"/>
            <a:ext cx="1447800" cy="61849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 Black" panose="020B0A04020102020204" pitchFamily="34" charset="0"/>
              </a:rPr>
              <a:t>Place order</a:t>
            </a:r>
            <a:endParaRPr lang="en-PK" dirty="0">
              <a:latin typeface="Arial Black" panose="020B0A04020102020204" pitchFamily="34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FD8C01C-0884-9EAF-7FF1-D08EF26D742E}"/>
              </a:ext>
            </a:extLst>
          </p:cNvPr>
          <p:cNvSpPr/>
          <p:nvPr/>
        </p:nvSpPr>
        <p:spPr>
          <a:xfrm>
            <a:off x="6945086" y="464024"/>
            <a:ext cx="1208314" cy="55574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 Black" panose="020B0A04020102020204" pitchFamily="34" charset="0"/>
              </a:rPr>
              <a:t>Print receipt</a:t>
            </a:r>
            <a:endParaRPr lang="en-PK" dirty="0">
              <a:latin typeface="Arial Black" panose="020B0A04020102020204" pitchFamily="34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D9DB3FC-EE8E-7419-D2C2-79AC8AE09106}"/>
              </a:ext>
            </a:extLst>
          </p:cNvPr>
          <p:cNvSpPr/>
          <p:nvPr/>
        </p:nvSpPr>
        <p:spPr>
          <a:xfrm>
            <a:off x="6945087" y="1172659"/>
            <a:ext cx="1208314" cy="54953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Arial Black" panose="020B0A04020102020204" pitchFamily="34" charset="0"/>
              </a:rPr>
              <a:t>Process payment</a:t>
            </a:r>
            <a:endParaRPr lang="en-PK" sz="2800" dirty="0">
              <a:latin typeface="Arial Black" panose="020B0A04020102020204" pitchFamily="34" charset="0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1C70462-A181-2035-D9E0-66291C8C3A6F}"/>
              </a:ext>
            </a:extLst>
          </p:cNvPr>
          <p:cNvSpPr/>
          <p:nvPr/>
        </p:nvSpPr>
        <p:spPr>
          <a:xfrm>
            <a:off x="6945085" y="1899293"/>
            <a:ext cx="1295397" cy="6124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Arial Black" panose="020B0A04020102020204" pitchFamily="34" charset="0"/>
              </a:rPr>
              <a:t>Exchange</a:t>
            </a:r>
            <a:endParaRPr lang="en-PK" dirty="0">
              <a:latin typeface="Arial Black" panose="020B0A04020102020204" pitchFamily="34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DD54F66-34B6-7C2F-28AB-6C2860B92557}"/>
              </a:ext>
            </a:extLst>
          </p:cNvPr>
          <p:cNvSpPr/>
          <p:nvPr/>
        </p:nvSpPr>
        <p:spPr>
          <a:xfrm>
            <a:off x="6945085" y="2763399"/>
            <a:ext cx="1295399" cy="54953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Arial Black" panose="020B0A04020102020204" pitchFamily="34" charset="0"/>
              </a:rPr>
              <a:t>Update stock level</a:t>
            </a:r>
            <a:endParaRPr lang="en-PK" dirty="0">
              <a:latin typeface="Arial Black" panose="020B0A04020102020204" pitchFamily="34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057ACB6-57F9-C891-F6C4-8133A08634E8}"/>
              </a:ext>
            </a:extLst>
          </p:cNvPr>
          <p:cNvSpPr/>
          <p:nvPr/>
        </p:nvSpPr>
        <p:spPr>
          <a:xfrm>
            <a:off x="6979022" y="3658163"/>
            <a:ext cx="1295399" cy="54953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Arial Black" panose="020B0A04020102020204" pitchFamily="34" charset="0"/>
              </a:rPr>
              <a:t>Add new product</a:t>
            </a:r>
            <a:endParaRPr lang="en-PK" dirty="0">
              <a:latin typeface="Arial Black" panose="020B0A04020102020204" pitchFamily="34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1E8A5FA-D745-3A3C-A3B2-1DED5CECF5DD}"/>
              </a:ext>
            </a:extLst>
          </p:cNvPr>
          <p:cNvSpPr/>
          <p:nvPr/>
        </p:nvSpPr>
        <p:spPr>
          <a:xfrm>
            <a:off x="6979022" y="4372542"/>
            <a:ext cx="1295399" cy="54953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Arial Black" panose="020B0A04020102020204" pitchFamily="34" charset="0"/>
              </a:rPr>
              <a:t>Configure system settings</a:t>
            </a:r>
            <a:endParaRPr lang="en-PK" dirty="0">
              <a:latin typeface="Arial Black" panose="020B0A04020102020204" pitchFamily="34" charset="0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0B34278-6DA7-3E12-0856-55985BF34FFC}"/>
              </a:ext>
            </a:extLst>
          </p:cNvPr>
          <p:cNvSpPr/>
          <p:nvPr/>
        </p:nvSpPr>
        <p:spPr>
          <a:xfrm>
            <a:off x="6945085" y="5180369"/>
            <a:ext cx="1295399" cy="54953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Arial Black" panose="020B0A04020102020204" pitchFamily="34" charset="0"/>
              </a:rPr>
              <a:t>Manage user accounts</a:t>
            </a:r>
            <a:endParaRPr lang="en-PK" sz="1050" dirty="0">
              <a:latin typeface="Arial Black" panose="020B0A04020102020204" pitchFamily="34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777205D-E3CF-9BEA-5789-513C44BC6111}"/>
              </a:ext>
            </a:extLst>
          </p:cNvPr>
          <p:cNvSpPr/>
          <p:nvPr/>
        </p:nvSpPr>
        <p:spPr>
          <a:xfrm>
            <a:off x="6979022" y="5913620"/>
            <a:ext cx="1295399" cy="54953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Arial Black" panose="020B0A04020102020204" pitchFamily="34" charset="0"/>
              </a:rPr>
              <a:t>Generate sales report</a:t>
            </a:r>
            <a:endParaRPr lang="en-PK" sz="1050" dirty="0">
              <a:latin typeface="Arial Black" panose="020B0A04020102020204" pitchFamily="34" charset="0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8E370FC-DB99-8676-1FDE-5BBCF19E4E65}"/>
              </a:ext>
            </a:extLst>
          </p:cNvPr>
          <p:cNvCxnSpPr>
            <a:cxnSpLocks/>
          </p:cNvCxnSpPr>
          <p:nvPr/>
        </p:nvCxnSpPr>
        <p:spPr>
          <a:xfrm flipV="1">
            <a:off x="2372800" y="701494"/>
            <a:ext cx="1513400" cy="14048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58FD8A-CA12-3FC4-E1E0-C8616A259270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2329935" y="2079016"/>
            <a:ext cx="1587645" cy="1847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93E0CD0-374A-62C0-FA60-A9FF89E35912}"/>
              </a:ext>
            </a:extLst>
          </p:cNvPr>
          <p:cNvCxnSpPr>
            <a:cxnSpLocks/>
            <a:endCxn id="46" idx="2"/>
          </p:cNvCxnSpPr>
          <p:nvPr/>
        </p:nvCxnSpPr>
        <p:spPr>
          <a:xfrm>
            <a:off x="2350533" y="2092569"/>
            <a:ext cx="1567048" cy="9620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B852222-A960-327C-508D-831EA9DBF1D5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2346120" y="2073366"/>
            <a:ext cx="1571460" cy="18372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3C676D5-EFA2-D231-7D81-2D1AE930F72D}"/>
              </a:ext>
            </a:extLst>
          </p:cNvPr>
          <p:cNvCxnSpPr>
            <a:cxnSpLocks/>
            <a:endCxn id="49" idx="2"/>
          </p:cNvCxnSpPr>
          <p:nvPr/>
        </p:nvCxnSpPr>
        <p:spPr>
          <a:xfrm>
            <a:off x="2373086" y="2121160"/>
            <a:ext cx="1550927" cy="25662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68C24B8-902C-3E16-87DC-7FBAB0BA534D}"/>
              </a:ext>
            </a:extLst>
          </p:cNvPr>
          <p:cNvCxnSpPr>
            <a:cxnSpLocks/>
            <a:endCxn id="50" idx="2"/>
          </p:cNvCxnSpPr>
          <p:nvPr/>
        </p:nvCxnSpPr>
        <p:spPr>
          <a:xfrm>
            <a:off x="2373087" y="2073366"/>
            <a:ext cx="1544493" cy="33817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EAF2C34-0C3F-8B45-5730-C91C017AD400}"/>
              </a:ext>
            </a:extLst>
          </p:cNvPr>
          <p:cNvCxnSpPr>
            <a:cxnSpLocks/>
            <a:endCxn id="51" idx="2"/>
          </p:cNvCxnSpPr>
          <p:nvPr/>
        </p:nvCxnSpPr>
        <p:spPr>
          <a:xfrm>
            <a:off x="2326328" y="2089102"/>
            <a:ext cx="1597685" cy="41337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F6AB2C0-2973-9AA8-6A22-6E2BB5F1A6C7}"/>
              </a:ext>
            </a:extLst>
          </p:cNvPr>
          <p:cNvGrpSpPr/>
          <p:nvPr/>
        </p:nvGrpSpPr>
        <p:grpSpPr>
          <a:xfrm>
            <a:off x="9880350" y="4325693"/>
            <a:ext cx="1447800" cy="1446063"/>
            <a:chOff x="266700" y="3980012"/>
            <a:chExt cx="1447800" cy="1446063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17DEC9BE-2533-DCD2-1351-ED41D1EB9F6F}"/>
                </a:ext>
              </a:extLst>
            </p:cNvPr>
            <p:cNvGrpSpPr/>
            <p:nvPr/>
          </p:nvGrpSpPr>
          <p:grpSpPr>
            <a:xfrm>
              <a:off x="762000" y="3980012"/>
              <a:ext cx="457200" cy="990600"/>
              <a:chOff x="762000" y="2057400"/>
              <a:chExt cx="457200" cy="1143000"/>
            </a:xfrm>
          </p:grpSpPr>
          <p:sp>
            <p:nvSpPr>
              <p:cNvPr id="92" name="Oval 8">
                <a:extLst>
                  <a:ext uri="{FF2B5EF4-FFF2-40B4-BE49-F238E27FC236}">
                    <a16:creationId xmlns:a16="http://schemas.microsoft.com/office/drawing/2014/main" id="{53A4687C-6B3C-6146-E9D7-7F6C6502D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" y="2057400"/>
                <a:ext cx="304800" cy="3048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3" name="Line 9">
                <a:extLst>
                  <a:ext uri="{FF2B5EF4-FFF2-40B4-BE49-F238E27FC236}">
                    <a16:creationId xmlns:a16="http://schemas.microsoft.com/office/drawing/2014/main" id="{7A3FB91A-EAAB-271C-082E-D100037399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0600" y="2362200"/>
                <a:ext cx="0" cy="533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Line 10">
                <a:extLst>
                  <a:ext uri="{FF2B5EF4-FFF2-40B4-BE49-F238E27FC236}">
                    <a16:creationId xmlns:a16="http://schemas.microsoft.com/office/drawing/2014/main" id="{83EF5883-8EDE-0C9C-4FA4-E16674DE11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8200" y="2590800"/>
                <a:ext cx="3048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Line 11">
                <a:extLst>
                  <a:ext uri="{FF2B5EF4-FFF2-40B4-BE49-F238E27FC236}">
                    <a16:creationId xmlns:a16="http://schemas.microsoft.com/office/drawing/2014/main" id="{652E57B9-336C-F294-8DA7-2ADE79FE86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62000" y="2895600"/>
                <a:ext cx="228600" cy="3048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Line 12">
                <a:extLst>
                  <a:ext uri="{FF2B5EF4-FFF2-40B4-BE49-F238E27FC236}">
                    <a16:creationId xmlns:a16="http://schemas.microsoft.com/office/drawing/2014/main" id="{F7A598D3-F15A-9B8A-1E20-B8D45D16F1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0600" y="2895600"/>
                <a:ext cx="228600" cy="3048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E669F6D-00C1-41A7-3397-129AB39B1ADC}"/>
                </a:ext>
              </a:extLst>
            </p:cNvPr>
            <p:cNvSpPr/>
            <p:nvPr/>
          </p:nvSpPr>
          <p:spPr>
            <a:xfrm>
              <a:off x="266700" y="4989815"/>
              <a:ext cx="1447800" cy="4362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 Black" panose="020B0A04020102020204" pitchFamily="34" charset="0"/>
                  <a:cs typeface="Arial" pitchFamily="34" charset="0"/>
                </a:rPr>
                <a:t>ADMIN</a:t>
              </a:r>
              <a:endParaRPr lang="en-US" dirty="0">
                <a:solidFill>
                  <a:schemeClr val="tx1"/>
                </a:solidFill>
                <a:latin typeface="Arial Black" panose="020B0A04020102020204" pitchFamily="34" charset="0"/>
                <a:cs typeface="Arial" pitchFamily="34" charset="0"/>
              </a:endParaRPr>
            </a:p>
          </p:txBody>
        </p:sp>
      </p:grp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8A318A5-9291-8E24-4D9D-8E53837D7C03}"/>
              </a:ext>
            </a:extLst>
          </p:cNvPr>
          <p:cNvCxnSpPr>
            <a:cxnSpLocks/>
          </p:cNvCxnSpPr>
          <p:nvPr/>
        </p:nvCxnSpPr>
        <p:spPr>
          <a:xfrm>
            <a:off x="8253822" y="4666178"/>
            <a:ext cx="2045627" cy="15481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343C313-9835-B194-2892-E0C284C33960}"/>
              </a:ext>
            </a:extLst>
          </p:cNvPr>
          <p:cNvCxnSpPr>
            <a:cxnSpLocks/>
            <a:stCxn id="59" idx="6"/>
          </p:cNvCxnSpPr>
          <p:nvPr/>
        </p:nvCxnSpPr>
        <p:spPr>
          <a:xfrm flipV="1">
            <a:off x="8274421" y="2954992"/>
            <a:ext cx="1872629" cy="32333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5C4893A-38C6-F7F3-A01A-1EB1F33507FD}"/>
              </a:ext>
            </a:extLst>
          </p:cNvPr>
          <p:cNvCxnSpPr>
            <a:cxnSpLocks/>
            <a:stCxn id="58" idx="6"/>
          </p:cNvCxnSpPr>
          <p:nvPr/>
        </p:nvCxnSpPr>
        <p:spPr>
          <a:xfrm flipV="1">
            <a:off x="8240484" y="4845924"/>
            <a:ext cx="2027587" cy="6092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B54D4354-0F0F-B3D6-BAF3-3A0A742928EF}"/>
              </a:ext>
            </a:extLst>
          </p:cNvPr>
          <p:cNvCxnSpPr>
            <a:cxnSpLocks/>
            <a:stCxn id="56" idx="6"/>
          </p:cNvCxnSpPr>
          <p:nvPr/>
        </p:nvCxnSpPr>
        <p:spPr>
          <a:xfrm flipV="1">
            <a:off x="8274421" y="2998462"/>
            <a:ext cx="1894395" cy="934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2A19E3C-A37C-B30C-47A2-D13761A2FD8D}"/>
              </a:ext>
            </a:extLst>
          </p:cNvPr>
          <p:cNvCxnSpPr>
            <a:cxnSpLocks/>
            <a:stCxn id="55" idx="6"/>
          </p:cNvCxnSpPr>
          <p:nvPr/>
        </p:nvCxnSpPr>
        <p:spPr>
          <a:xfrm flipV="1">
            <a:off x="8240484" y="2954992"/>
            <a:ext cx="1959715" cy="83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60104C01-DCBE-1D21-2581-020040373DE2}"/>
              </a:ext>
            </a:extLst>
          </p:cNvPr>
          <p:cNvCxnSpPr>
            <a:cxnSpLocks/>
          </p:cNvCxnSpPr>
          <p:nvPr/>
        </p:nvCxnSpPr>
        <p:spPr>
          <a:xfrm flipV="1">
            <a:off x="8240482" y="1287747"/>
            <a:ext cx="1807318" cy="9500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D766F40-7ECB-A5FD-7313-A05175CCC068}"/>
              </a:ext>
            </a:extLst>
          </p:cNvPr>
          <p:cNvCxnSpPr>
            <a:cxnSpLocks/>
            <a:stCxn id="53" idx="6"/>
          </p:cNvCxnSpPr>
          <p:nvPr/>
        </p:nvCxnSpPr>
        <p:spPr>
          <a:xfrm flipV="1">
            <a:off x="8153401" y="1283897"/>
            <a:ext cx="1879634" cy="1635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9B6F9EB9-1D7A-D14E-5D95-FA9B6CCAB89C}"/>
              </a:ext>
            </a:extLst>
          </p:cNvPr>
          <p:cNvCxnSpPr>
            <a:cxnSpLocks/>
            <a:stCxn id="52" idx="6"/>
          </p:cNvCxnSpPr>
          <p:nvPr/>
        </p:nvCxnSpPr>
        <p:spPr>
          <a:xfrm>
            <a:off x="8153400" y="741897"/>
            <a:ext cx="1910691" cy="540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33398572-2AF0-DA76-4DAE-8F53DC6D83C4}"/>
              </a:ext>
            </a:extLst>
          </p:cNvPr>
          <p:cNvCxnSpPr>
            <a:cxnSpLocks/>
          </p:cNvCxnSpPr>
          <p:nvPr/>
        </p:nvCxnSpPr>
        <p:spPr>
          <a:xfrm flipV="1">
            <a:off x="5145188" y="1303245"/>
            <a:ext cx="4887847" cy="912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5FB8CFEB-D228-D73E-06FE-C185A6FA6FCB}"/>
              </a:ext>
            </a:extLst>
          </p:cNvPr>
          <p:cNvCxnSpPr>
            <a:cxnSpLocks/>
            <a:stCxn id="56" idx="0"/>
            <a:endCxn id="55" idx="4"/>
          </p:cNvCxnSpPr>
          <p:nvPr/>
        </p:nvCxnSpPr>
        <p:spPr>
          <a:xfrm flipH="1" flipV="1">
            <a:off x="7592785" y="3312934"/>
            <a:ext cx="33937" cy="345229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6BCB528F-2631-6725-06FA-898C35F2A487}"/>
              </a:ext>
            </a:extLst>
          </p:cNvPr>
          <p:cNvSpPr txBox="1"/>
          <p:nvPr/>
        </p:nvSpPr>
        <p:spPr>
          <a:xfrm>
            <a:off x="6386610" y="3320050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&lt;&lt;include&gt;&gt;</a:t>
            </a:r>
            <a:endParaRPr lang="en-PK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4830B64-DB57-E6E4-EB52-9942499E1F40}"/>
              </a:ext>
            </a:extLst>
          </p:cNvPr>
          <p:cNvSpPr txBox="1"/>
          <p:nvPr/>
        </p:nvSpPr>
        <p:spPr>
          <a:xfrm rot="16200000">
            <a:off x="5266681" y="2263282"/>
            <a:ext cx="1149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&lt;&lt;include&gt;&gt;</a:t>
            </a:r>
            <a:endParaRPr lang="en-PK" sz="1400" dirty="0"/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901A9EF-44B2-D0F2-89D4-1481B6FC45A6}"/>
              </a:ext>
            </a:extLst>
          </p:cNvPr>
          <p:cNvCxnSpPr>
            <a:cxnSpLocks/>
            <a:stCxn id="46" idx="6"/>
          </p:cNvCxnSpPr>
          <p:nvPr/>
        </p:nvCxnSpPr>
        <p:spPr>
          <a:xfrm>
            <a:off x="5212980" y="3054598"/>
            <a:ext cx="435170" cy="7561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B0E3D58B-9440-CC8A-1DDC-299E6851F6C2}"/>
              </a:ext>
            </a:extLst>
          </p:cNvPr>
          <p:cNvCxnSpPr>
            <a:cxnSpLocks/>
          </p:cNvCxnSpPr>
          <p:nvPr/>
        </p:nvCxnSpPr>
        <p:spPr>
          <a:xfrm flipH="1">
            <a:off x="5658932" y="693933"/>
            <a:ext cx="21404" cy="2360665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63ADF0D4-F54A-AE04-45B1-1CF93D27808A}"/>
              </a:ext>
            </a:extLst>
          </p:cNvPr>
          <p:cNvCxnSpPr>
            <a:cxnSpLocks/>
            <a:endCxn id="43" idx="6"/>
          </p:cNvCxnSpPr>
          <p:nvPr/>
        </p:nvCxnSpPr>
        <p:spPr>
          <a:xfrm flipH="1">
            <a:off x="5212980" y="696071"/>
            <a:ext cx="420673" cy="542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BB3D66B4-9F33-AB46-D933-82991B0D9B09}"/>
              </a:ext>
            </a:extLst>
          </p:cNvPr>
          <p:cNvCxnSpPr>
            <a:cxnSpLocks/>
            <a:stCxn id="44" idx="6"/>
            <a:endCxn id="53" idx="2"/>
          </p:cNvCxnSpPr>
          <p:nvPr/>
        </p:nvCxnSpPr>
        <p:spPr>
          <a:xfrm flipV="1">
            <a:off x="5212980" y="1447427"/>
            <a:ext cx="1732107" cy="3448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64EBE2AD-7D13-415F-BDB0-9D98EEE3E9C4}"/>
              </a:ext>
            </a:extLst>
          </p:cNvPr>
          <p:cNvSpPr txBox="1"/>
          <p:nvPr/>
        </p:nvSpPr>
        <p:spPr>
          <a:xfrm>
            <a:off x="5833316" y="1401660"/>
            <a:ext cx="1155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&lt;&lt;extend&gt;&gt;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18704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59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24-NTU-CS-FL-1289</dc:creator>
  <cp:lastModifiedBy>24-NTU-CS-FL-1289</cp:lastModifiedBy>
  <cp:revision>1</cp:revision>
  <dcterms:created xsi:type="dcterms:W3CDTF">2025-11-30T12:09:53Z</dcterms:created>
  <dcterms:modified xsi:type="dcterms:W3CDTF">2025-11-30T17:02:01Z</dcterms:modified>
</cp:coreProperties>
</file>